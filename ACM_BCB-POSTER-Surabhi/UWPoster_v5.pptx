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notesMasterIdLst>
    <p:notesMasterId r:id="rId3"/>
  </p:notesMasterIdLst>
  <p:sldIdLst>
    <p:sldId id="257" r:id="rId2"/>
  </p:sldIdLst>
  <p:sldSz cx="43891200" cy="32918400"/>
  <p:notesSz cx="9388475" cy="7102475"/>
  <p:defaultTextStyle>
    <a:defPPr>
      <a:defRPr lang="en-US"/>
    </a:defPPr>
    <a:lvl1pPr algn="l" rtl="0" eaLnBrk="0" fontAlgn="base" hangingPunct="0">
      <a:spcBef>
        <a:spcPct val="0"/>
      </a:spcBef>
      <a:spcAft>
        <a:spcPct val="0"/>
      </a:spcAft>
      <a:defRPr sz="4300" kern="1200">
        <a:solidFill>
          <a:schemeClr val="tx1"/>
        </a:solidFill>
        <a:latin typeface="Times" charset="0"/>
        <a:ea typeface="MS PGothic" pitchFamily="34" charset="-128"/>
        <a:cs typeface="+mn-cs"/>
      </a:defRPr>
    </a:lvl1pPr>
    <a:lvl2pPr marL="636588" indent="1588" algn="l" rtl="0" eaLnBrk="0" fontAlgn="base" hangingPunct="0">
      <a:spcBef>
        <a:spcPct val="0"/>
      </a:spcBef>
      <a:spcAft>
        <a:spcPct val="0"/>
      </a:spcAft>
      <a:defRPr sz="4300" kern="1200">
        <a:solidFill>
          <a:schemeClr val="tx1"/>
        </a:solidFill>
        <a:latin typeface="Times" charset="0"/>
        <a:ea typeface="MS PGothic" pitchFamily="34" charset="-128"/>
        <a:cs typeface="+mn-cs"/>
      </a:defRPr>
    </a:lvl2pPr>
    <a:lvl3pPr marL="1277938" indent="1588" algn="l" rtl="0" eaLnBrk="0" fontAlgn="base" hangingPunct="0">
      <a:spcBef>
        <a:spcPct val="0"/>
      </a:spcBef>
      <a:spcAft>
        <a:spcPct val="0"/>
      </a:spcAft>
      <a:defRPr sz="4300" kern="1200">
        <a:solidFill>
          <a:schemeClr val="tx1"/>
        </a:solidFill>
        <a:latin typeface="Times" charset="0"/>
        <a:ea typeface="MS PGothic" pitchFamily="34" charset="-128"/>
        <a:cs typeface="+mn-cs"/>
      </a:defRPr>
    </a:lvl3pPr>
    <a:lvl4pPr marL="1914525" indent="3175" algn="l" rtl="0" eaLnBrk="0" fontAlgn="base" hangingPunct="0">
      <a:spcBef>
        <a:spcPct val="0"/>
      </a:spcBef>
      <a:spcAft>
        <a:spcPct val="0"/>
      </a:spcAft>
      <a:defRPr sz="4300" kern="1200">
        <a:solidFill>
          <a:schemeClr val="tx1"/>
        </a:solidFill>
        <a:latin typeface="Times" charset="0"/>
        <a:ea typeface="MS PGothic" pitchFamily="34" charset="-128"/>
        <a:cs typeface="+mn-cs"/>
      </a:defRPr>
    </a:lvl4pPr>
    <a:lvl5pPr marL="2555875" indent="3175" algn="l" rtl="0" eaLnBrk="0" fontAlgn="base" hangingPunct="0">
      <a:spcBef>
        <a:spcPct val="0"/>
      </a:spcBef>
      <a:spcAft>
        <a:spcPct val="0"/>
      </a:spcAft>
      <a:defRPr sz="4300" kern="1200">
        <a:solidFill>
          <a:schemeClr val="tx1"/>
        </a:solidFill>
        <a:latin typeface="Times" charset="0"/>
        <a:ea typeface="MS PGothic" pitchFamily="34" charset="-128"/>
        <a:cs typeface="+mn-cs"/>
      </a:defRPr>
    </a:lvl5pPr>
    <a:lvl6pPr marL="2286000" algn="l" defTabSz="914400" rtl="0" eaLnBrk="1" latinLnBrk="0" hangingPunct="1">
      <a:defRPr sz="4300" kern="1200">
        <a:solidFill>
          <a:schemeClr val="tx1"/>
        </a:solidFill>
        <a:latin typeface="Times" charset="0"/>
        <a:ea typeface="MS PGothic" pitchFamily="34" charset="-128"/>
        <a:cs typeface="+mn-cs"/>
      </a:defRPr>
    </a:lvl6pPr>
    <a:lvl7pPr marL="2743200" algn="l" defTabSz="914400" rtl="0" eaLnBrk="1" latinLnBrk="0" hangingPunct="1">
      <a:defRPr sz="4300" kern="1200">
        <a:solidFill>
          <a:schemeClr val="tx1"/>
        </a:solidFill>
        <a:latin typeface="Times" charset="0"/>
        <a:ea typeface="MS PGothic" pitchFamily="34" charset="-128"/>
        <a:cs typeface="+mn-cs"/>
      </a:defRPr>
    </a:lvl7pPr>
    <a:lvl8pPr marL="3200400" algn="l" defTabSz="914400" rtl="0" eaLnBrk="1" latinLnBrk="0" hangingPunct="1">
      <a:defRPr sz="4300" kern="1200">
        <a:solidFill>
          <a:schemeClr val="tx1"/>
        </a:solidFill>
        <a:latin typeface="Times" charset="0"/>
        <a:ea typeface="MS PGothic" pitchFamily="34" charset="-128"/>
        <a:cs typeface="+mn-cs"/>
      </a:defRPr>
    </a:lvl8pPr>
    <a:lvl9pPr marL="3657600" algn="l" defTabSz="914400" rtl="0" eaLnBrk="1" latinLnBrk="0" hangingPunct="1">
      <a:defRPr sz="4300" kern="1200">
        <a:solidFill>
          <a:schemeClr val="tx1"/>
        </a:solidFill>
        <a:latin typeface="Times" charset="0"/>
        <a:ea typeface="MS PGothic" pitchFamily="34" charset="-128"/>
        <a:cs typeface="+mn-cs"/>
      </a:defRPr>
    </a:lvl9pPr>
  </p:defaultTextStyle>
  <p:extLst>
    <p:ext uri="{EFAFB233-063F-42B5-8137-9DF3F51BA10A}">
      <p15:sldGuideLst xmlns:p15="http://schemas.microsoft.com/office/powerpoint/2012/main">
        <p15:guide id="1" orient="horz" pos="-3888">
          <p15:clr>
            <a:srgbClr val="A4A3A4"/>
          </p15:clr>
        </p15:guide>
        <p15:guide id="2" orient="horz" pos="24624">
          <p15:clr>
            <a:srgbClr val="A4A3A4"/>
          </p15:clr>
        </p15:guide>
        <p15:guide id="3" orient="horz" pos="-576">
          <p15:clr>
            <a:srgbClr val="A4A3A4"/>
          </p15:clr>
        </p15:guide>
        <p15:guide id="4" orient="horz" pos="24264">
          <p15:clr>
            <a:srgbClr val="A4A3A4"/>
          </p15:clr>
        </p15:guide>
        <p15:guide id="5" orient="horz" pos="-1440">
          <p15:clr>
            <a:srgbClr val="A4A3A4"/>
          </p15:clr>
        </p15:guide>
        <p15:guide id="6" orient="horz" pos="25920">
          <p15:clr>
            <a:srgbClr val="A4A3A4"/>
          </p15:clr>
        </p15:guide>
        <p15:guide id="7" pos="-3456">
          <p15:clr>
            <a:srgbClr val="A4A3A4"/>
          </p15:clr>
        </p15:guide>
        <p15:guide id="8" pos="22143">
          <p15:clr>
            <a:srgbClr val="A4A3A4"/>
          </p15:clr>
        </p15:guide>
        <p15:guide id="9" pos="5505">
          <p15:clr>
            <a:srgbClr val="A4A3A4"/>
          </p15:clr>
        </p15:guide>
        <p15:guide id="10" pos="13185">
          <p15:clr>
            <a:srgbClr val="A4A3A4"/>
          </p15:clr>
        </p15:guide>
        <p15:guide id="11" pos="4224">
          <p15:clr>
            <a:srgbClr val="A4A3A4"/>
          </p15:clr>
        </p15:guide>
        <p15:guide id="12" pos="23424">
          <p15:clr>
            <a:srgbClr val="A4A3A4"/>
          </p15:clr>
        </p15:guide>
        <p15:guide id="13" pos="31104">
          <p15:clr>
            <a:srgbClr val="A4A3A4"/>
          </p15:clr>
        </p15:guide>
        <p15:guide id="14" pos="14463">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4A7B"/>
    <a:srgbClr val="5D2BA1"/>
    <a:srgbClr val="555788"/>
    <a:srgbClr val="39275B"/>
    <a:srgbClr val="FCF88A"/>
    <a:srgbClr val="FFFFE1"/>
    <a:srgbClr val="FFF3F3"/>
    <a:srgbClr val="FFE5E5"/>
    <a:srgbClr val="D2D9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1106" autoAdjust="0"/>
  </p:normalViewPr>
  <p:slideViewPr>
    <p:cSldViewPr>
      <p:cViewPr>
        <p:scale>
          <a:sx n="50" d="100"/>
          <a:sy n="50" d="100"/>
        </p:scale>
        <p:origin x="16" y="-624"/>
      </p:cViewPr>
      <p:guideLst>
        <p:guide orient="horz" pos="-3888"/>
        <p:guide orient="horz" pos="24624"/>
        <p:guide orient="horz" pos="-576"/>
        <p:guide orient="horz" pos="24264"/>
        <p:guide orient="horz" pos="-1440"/>
        <p:guide orient="horz" pos="25920"/>
        <p:guide pos="-3456"/>
        <p:guide pos="22143"/>
        <p:guide pos="5505"/>
        <p:guide pos="13185"/>
        <p:guide pos="4224"/>
        <p:guide pos="23424"/>
        <p:guide pos="31104"/>
        <p:guide pos="1446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93"/>
    </p:cViewPr>
  </p:sorterViewPr>
  <p:notesViewPr>
    <p:cSldViewPr>
      <p:cViewPr>
        <p:scale>
          <a:sx n="90" d="100"/>
          <a:sy n="90" d="100"/>
        </p:scale>
        <p:origin x="-9392" y="-1816"/>
      </p:cViewPr>
      <p:guideLst/>
    </p:cSldViewPr>
  </p:notes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8456" cy="355192"/>
          </a:xfrm>
          <a:prstGeom prst="rect">
            <a:avLst/>
          </a:prstGeom>
        </p:spPr>
        <p:txBody>
          <a:bodyPr vert="horz" lIns="17922" tIns="8961" rIns="17922" bIns="8961" rtlCol="0"/>
          <a:lstStyle>
            <a:lvl1pPr algn="l" eaLnBrk="1" hangingPunct="1">
              <a:defRPr sz="200">
                <a:latin typeface="Times" charset="0"/>
                <a:ea typeface="ＭＳ Ｐゴシック" charset="0"/>
                <a:cs typeface="ＭＳ Ｐゴシック" charset="0"/>
              </a:defRPr>
            </a:lvl1pPr>
          </a:lstStyle>
          <a:p>
            <a:pPr>
              <a:defRPr/>
            </a:pPr>
            <a:endParaRPr lang="en-US"/>
          </a:p>
        </p:txBody>
      </p:sp>
      <p:sp>
        <p:nvSpPr>
          <p:cNvPr id="3" name="Date Placeholder 2"/>
          <p:cNvSpPr>
            <a:spLocks noGrp="1"/>
          </p:cNvSpPr>
          <p:nvPr>
            <p:ph type="dt" idx="1"/>
          </p:nvPr>
        </p:nvSpPr>
        <p:spPr>
          <a:xfrm>
            <a:off x="5318273" y="0"/>
            <a:ext cx="4067873" cy="355192"/>
          </a:xfrm>
          <a:prstGeom prst="rect">
            <a:avLst/>
          </a:prstGeom>
        </p:spPr>
        <p:txBody>
          <a:bodyPr vert="horz" wrap="square" lIns="17922" tIns="8961" rIns="17922" bIns="8961" numCol="1" anchor="t" anchorCtr="0" compatLnSpc="1">
            <a:prstTxWarp prst="textNoShape">
              <a:avLst/>
            </a:prstTxWarp>
          </a:bodyPr>
          <a:lstStyle>
            <a:lvl1pPr algn="r" eaLnBrk="1" hangingPunct="1">
              <a:defRPr sz="200">
                <a:latin typeface="Times" panose="02020603050405020304" pitchFamily="18" charset="0"/>
              </a:defRPr>
            </a:lvl1pPr>
          </a:lstStyle>
          <a:p>
            <a:pPr>
              <a:defRPr/>
            </a:pPr>
            <a:fld id="{BD24D96E-075A-43BE-AA1C-26AF38037CB3}" type="datetimeFigureOut">
              <a:rPr lang="en-US" altLang="en-US"/>
              <a:pPr>
                <a:defRPr/>
              </a:pPr>
              <a:t>9/12/16</a:t>
            </a:fld>
            <a:endParaRPr lang="en-US" altLang="en-US"/>
          </a:p>
        </p:txBody>
      </p:sp>
      <p:sp>
        <p:nvSpPr>
          <p:cNvPr id="4" name="Slide Image Placeholder 3"/>
          <p:cNvSpPr>
            <a:spLocks noGrp="1" noRot="1" noChangeAspect="1"/>
          </p:cNvSpPr>
          <p:nvPr>
            <p:ph type="sldImg" idx="2"/>
          </p:nvPr>
        </p:nvSpPr>
        <p:spPr>
          <a:xfrm>
            <a:off x="2919413" y="533400"/>
            <a:ext cx="3549650" cy="2662238"/>
          </a:xfrm>
          <a:prstGeom prst="rect">
            <a:avLst/>
          </a:prstGeom>
          <a:noFill/>
          <a:ln w="12700">
            <a:solidFill>
              <a:prstClr val="black"/>
            </a:solidFill>
          </a:ln>
        </p:spPr>
        <p:txBody>
          <a:bodyPr vert="horz" lIns="17922" tIns="8961" rIns="17922" bIns="8961" rtlCol="0" anchor="ctr"/>
          <a:lstStyle/>
          <a:p>
            <a:pPr lvl="0"/>
            <a:endParaRPr lang="en-US" noProof="0" smtClean="0"/>
          </a:p>
        </p:txBody>
      </p:sp>
      <p:sp>
        <p:nvSpPr>
          <p:cNvPr id="5" name="Notes Placeholder 4"/>
          <p:cNvSpPr>
            <a:spLocks noGrp="1"/>
          </p:cNvSpPr>
          <p:nvPr>
            <p:ph type="body" sz="quarter" idx="3"/>
          </p:nvPr>
        </p:nvSpPr>
        <p:spPr>
          <a:xfrm>
            <a:off x="938964" y="3373813"/>
            <a:ext cx="7510547" cy="3196045"/>
          </a:xfrm>
          <a:prstGeom prst="rect">
            <a:avLst/>
          </a:prstGeom>
        </p:spPr>
        <p:txBody>
          <a:bodyPr vert="horz" lIns="17922" tIns="8961" rIns="17922" bIns="8961"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6746255"/>
            <a:ext cx="4068456" cy="354850"/>
          </a:xfrm>
          <a:prstGeom prst="rect">
            <a:avLst/>
          </a:prstGeom>
        </p:spPr>
        <p:txBody>
          <a:bodyPr vert="horz" lIns="17922" tIns="8961" rIns="17922" bIns="8961" rtlCol="0" anchor="b"/>
          <a:lstStyle>
            <a:lvl1pPr algn="l" eaLnBrk="1" hangingPunct="1">
              <a:defRPr sz="200">
                <a:latin typeface="Times" charset="0"/>
                <a:ea typeface="ＭＳ Ｐゴシック" charset="0"/>
                <a:cs typeface="ＭＳ Ｐゴシック" charset="0"/>
              </a:defRPr>
            </a:lvl1pPr>
          </a:lstStyle>
          <a:p>
            <a:pPr>
              <a:defRPr/>
            </a:pPr>
            <a:endParaRPr lang="en-US"/>
          </a:p>
        </p:txBody>
      </p:sp>
      <p:sp>
        <p:nvSpPr>
          <p:cNvPr id="7" name="Slide Number Placeholder 6"/>
          <p:cNvSpPr>
            <a:spLocks noGrp="1"/>
          </p:cNvSpPr>
          <p:nvPr>
            <p:ph type="sldNum" sz="quarter" idx="5"/>
          </p:nvPr>
        </p:nvSpPr>
        <p:spPr>
          <a:xfrm>
            <a:off x="5318273" y="6746255"/>
            <a:ext cx="4067873" cy="354850"/>
          </a:xfrm>
          <a:prstGeom prst="rect">
            <a:avLst/>
          </a:prstGeom>
        </p:spPr>
        <p:txBody>
          <a:bodyPr vert="horz" wrap="square" lIns="17922" tIns="8961" rIns="17922" bIns="8961" numCol="1" anchor="b" anchorCtr="0" compatLnSpc="1">
            <a:prstTxWarp prst="textNoShape">
              <a:avLst/>
            </a:prstTxWarp>
          </a:bodyPr>
          <a:lstStyle>
            <a:lvl1pPr algn="r" eaLnBrk="1" hangingPunct="1">
              <a:defRPr sz="200"/>
            </a:lvl1pPr>
          </a:lstStyle>
          <a:p>
            <a:fld id="{C2D937A1-9482-4883-9B9B-4C0803943076}" type="slidenum">
              <a:rPr lang="en-US" altLang="en-US"/>
              <a:pPr/>
              <a:t>‹#›</a:t>
            </a:fld>
            <a:endParaRPr lang="en-US" altLang="en-US"/>
          </a:p>
        </p:txBody>
      </p:sp>
    </p:spTree>
    <p:extLst>
      <p:ext uri="{BB962C8B-B14F-4D97-AF65-F5344CB8AC3E}">
        <p14:creationId xmlns:p14="http://schemas.microsoft.com/office/powerpoint/2010/main" val="1519851037"/>
      </p:ext>
    </p:extLst>
  </p:cSld>
  <p:clrMap bg1="lt1" tx1="dk1" bg2="lt2" tx2="dk2" accent1="accent1" accent2="accent2" accent3="accent3" accent4="accent4" accent5="accent5" accent6="accent6" hlink="hlink" folHlink="folHlink"/>
  <p:notesStyle>
    <a:lvl1pPr algn="l" defTabSz="639763" rtl="0" eaLnBrk="0" fontAlgn="base" hangingPunct="0">
      <a:spcBef>
        <a:spcPct val="30000"/>
      </a:spcBef>
      <a:spcAft>
        <a:spcPct val="0"/>
      </a:spcAft>
      <a:defRPr sz="1700" kern="1200">
        <a:solidFill>
          <a:schemeClr val="tx1"/>
        </a:solidFill>
        <a:latin typeface="+mn-lt"/>
        <a:ea typeface="MS PGothic" panose="020B0600070205080204" pitchFamily="34" charset="-128"/>
        <a:cs typeface="ＭＳ Ｐゴシック" charset="0"/>
      </a:defRPr>
    </a:lvl1pPr>
    <a:lvl2pPr marL="639763" algn="l" defTabSz="639763" rtl="0" eaLnBrk="0" fontAlgn="base" hangingPunct="0">
      <a:spcBef>
        <a:spcPct val="30000"/>
      </a:spcBef>
      <a:spcAft>
        <a:spcPct val="0"/>
      </a:spcAft>
      <a:defRPr sz="1700" kern="1200">
        <a:solidFill>
          <a:schemeClr val="tx1"/>
        </a:solidFill>
        <a:latin typeface="+mn-lt"/>
        <a:ea typeface="MS PGothic" panose="020B0600070205080204" pitchFamily="34" charset="-128"/>
        <a:cs typeface="+mn-cs"/>
      </a:defRPr>
    </a:lvl2pPr>
    <a:lvl3pPr marL="1279525" algn="l" defTabSz="639763" rtl="0" eaLnBrk="0" fontAlgn="base" hangingPunct="0">
      <a:spcBef>
        <a:spcPct val="30000"/>
      </a:spcBef>
      <a:spcAft>
        <a:spcPct val="0"/>
      </a:spcAft>
      <a:defRPr sz="1700" kern="1200">
        <a:solidFill>
          <a:schemeClr val="tx1"/>
        </a:solidFill>
        <a:latin typeface="+mn-lt"/>
        <a:ea typeface="MS PGothic" panose="020B0600070205080204" pitchFamily="34" charset="-128"/>
        <a:cs typeface="+mn-cs"/>
      </a:defRPr>
    </a:lvl3pPr>
    <a:lvl4pPr marL="1919288" algn="l" defTabSz="639763" rtl="0" eaLnBrk="0" fontAlgn="base" hangingPunct="0">
      <a:spcBef>
        <a:spcPct val="30000"/>
      </a:spcBef>
      <a:spcAft>
        <a:spcPct val="0"/>
      </a:spcAft>
      <a:defRPr sz="1700" kern="1200">
        <a:solidFill>
          <a:schemeClr val="tx1"/>
        </a:solidFill>
        <a:latin typeface="+mn-lt"/>
        <a:ea typeface="MS PGothic" panose="020B0600070205080204" pitchFamily="34" charset="-128"/>
        <a:cs typeface="+mn-cs"/>
      </a:defRPr>
    </a:lvl4pPr>
    <a:lvl5pPr marL="2559050" algn="l" defTabSz="639763" rtl="0" eaLnBrk="0" fontAlgn="base" hangingPunct="0">
      <a:spcBef>
        <a:spcPct val="30000"/>
      </a:spcBef>
      <a:spcAft>
        <a:spcPct val="0"/>
      </a:spcAft>
      <a:defRPr sz="1700" kern="1200">
        <a:solidFill>
          <a:schemeClr val="tx1"/>
        </a:solidFill>
        <a:latin typeface="+mn-lt"/>
        <a:ea typeface="MS PGothic" panose="020B0600070205080204" pitchFamily="34" charset="-128"/>
        <a:cs typeface="+mn-cs"/>
      </a:defRPr>
    </a:lvl5pPr>
    <a:lvl6pPr marL="3200400" algn="l" defTabSz="640080" rtl="0" eaLnBrk="1" latinLnBrk="0" hangingPunct="1">
      <a:defRPr sz="1700" kern="1200">
        <a:solidFill>
          <a:schemeClr val="tx1"/>
        </a:solidFill>
        <a:latin typeface="+mn-lt"/>
        <a:ea typeface="+mn-ea"/>
        <a:cs typeface="+mn-cs"/>
      </a:defRPr>
    </a:lvl6pPr>
    <a:lvl7pPr marL="3840480" algn="l" defTabSz="640080" rtl="0" eaLnBrk="1" latinLnBrk="0" hangingPunct="1">
      <a:defRPr sz="1700" kern="1200">
        <a:solidFill>
          <a:schemeClr val="tx1"/>
        </a:solidFill>
        <a:latin typeface="+mn-lt"/>
        <a:ea typeface="+mn-ea"/>
        <a:cs typeface="+mn-cs"/>
      </a:defRPr>
    </a:lvl7pPr>
    <a:lvl8pPr marL="4480560" algn="l" defTabSz="640080" rtl="0" eaLnBrk="1" latinLnBrk="0" hangingPunct="1">
      <a:defRPr sz="1700" kern="1200">
        <a:solidFill>
          <a:schemeClr val="tx1"/>
        </a:solidFill>
        <a:latin typeface="+mn-lt"/>
        <a:ea typeface="+mn-ea"/>
        <a:cs typeface="+mn-cs"/>
      </a:defRPr>
    </a:lvl8pPr>
    <a:lvl9pPr marL="5120640" algn="l" defTabSz="64008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noFill/>
          <a:ln>
            <a:solidFill>
              <a:srgbClr val="000000"/>
            </a:solidFill>
            <a:miter lim="800000"/>
            <a:headEnd/>
            <a:tailEnd/>
          </a:ln>
        </p:spPr>
      </p:sp>
      <p:sp>
        <p:nvSpPr>
          <p:cNvPr id="40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dirty="0" smtClean="0"/>
          </a:p>
        </p:txBody>
      </p:sp>
      <p:sp>
        <p:nvSpPr>
          <p:cNvPr id="4100" name="Slide Number Placeholder 3"/>
          <p:cNvSpPr>
            <a:spLocks noGrp="1"/>
          </p:cNvSpPr>
          <p:nvPr>
            <p:ph type="sldNum" sz="quarter" idx="5"/>
          </p:nvPr>
        </p:nvSpPr>
        <p:spPr bwMode="auto">
          <a:noFill/>
          <a:ln>
            <a:miter lim="800000"/>
            <a:headEnd/>
            <a:tailEnd/>
          </a:ln>
        </p:spPr>
        <p:txBody>
          <a:bodyPr/>
          <a:lstStyle/>
          <a:p>
            <a:fld id="{CF0CF539-417D-420E-921A-E9197D04A25C}" type="slidenum">
              <a:rPr lang="en-US" altLang="en-US"/>
              <a:pPr/>
              <a:t>1</a:t>
            </a:fld>
            <a:endParaRPr lang="en-US" altLang="en-US"/>
          </a:p>
        </p:txBody>
      </p:sp>
    </p:spTree>
    <p:extLst>
      <p:ext uri="{BB962C8B-B14F-4D97-AF65-F5344CB8AC3E}">
        <p14:creationId xmlns:p14="http://schemas.microsoft.com/office/powerpoint/2010/main" val="1965881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5"/>
            <a:ext cx="37307520" cy="7056120"/>
          </a:xfrm>
        </p:spPr>
        <p:txBody>
          <a:bodyPr/>
          <a:lstStyle/>
          <a:p>
            <a:r>
              <a:rPr lang="en-US" smtClean="0"/>
              <a:t>Click to edit Master title style</a:t>
            </a:r>
            <a:endParaRPr lang="en-US"/>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14" indent="0" algn="ctr">
              <a:buNone/>
              <a:defRPr>
                <a:solidFill>
                  <a:schemeClr val="tx1">
                    <a:tint val="75000"/>
                  </a:schemeClr>
                </a:solidFill>
              </a:defRPr>
            </a:lvl2pPr>
            <a:lvl3pPr marL="4389028" indent="0" algn="ctr">
              <a:buNone/>
              <a:defRPr>
                <a:solidFill>
                  <a:schemeClr val="tx1">
                    <a:tint val="75000"/>
                  </a:schemeClr>
                </a:solidFill>
              </a:defRPr>
            </a:lvl3pPr>
            <a:lvl4pPr marL="6583543" indent="0" algn="ctr">
              <a:buNone/>
              <a:defRPr>
                <a:solidFill>
                  <a:schemeClr val="tx1">
                    <a:tint val="75000"/>
                  </a:schemeClr>
                </a:solidFill>
              </a:defRPr>
            </a:lvl4pPr>
            <a:lvl5pPr marL="8778057" indent="0" algn="ctr">
              <a:buNone/>
              <a:defRPr>
                <a:solidFill>
                  <a:schemeClr val="tx1">
                    <a:tint val="75000"/>
                  </a:schemeClr>
                </a:solidFill>
              </a:defRPr>
            </a:lvl5pPr>
            <a:lvl6pPr marL="10972571" indent="0" algn="ctr">
              <a:buNone/>
              <a:defRPr>
                <a:solidFill>
                  <a:schemeClr val="tx1">
                    <a:tint val="75000"/>
                  </a:schemeClr>
                </a:solidFill>
              </a:defRPr>
            </a:lvl6pPr>
            <a:lvl7pPr marL="13167085" indent="0" algn="ctr">
              <a:buNone/>
              <a:defRPr>
                <a:solidFill>
                  <a:schemeClr val="tx1">
                    <a:tint val="75000"/>
                  </a:schemeClr>
                </a:solidFill>
              </a:defRPr>
            </a:lvl7pPr>
            <a:lvl8pPr marL="15361599" indent="0" algn="ctr">
              <a:buNone/>
              <a:defRPr>
                <a:solidFill>
                  <a:schemeClr val="tx1">
                    <a:tint val="75000"/>
                  </a:schemeClr>
                </a:solidFill>
              </a:defRPr>
            </a:lvl8pPr>
            <a:lvl9pPr marL="17556115"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7FAD2787-F510-4B88-B25E-BAD57834CE1A}" type="datetime1">
              <a:rPr lang="en-US" altLang="en-US"/>
              <a:pPr>
                <a:defRPr/>
              </a:pPr>
              <a:t>9/12/16</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2D7ACD0E-5C64-4283-BF48-2139F71729F7}"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96E575F-8FDC-420A-830C-C3926D2ADC98}" type="datetime1">
              <a:rPr lang="en-US" altLang="en-US"/>
              <a:pPr>
                <a:defRPr/>
              </a:pPr>
              <a:t>9/12/16</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25966A03-5013-4053-B7C2-D31F9158254F}" type="slidenum">
              <a:rPr lang="en-US" altLang="en-US"/>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21153123"/>
            <a:ext cx="37307520" cy="6537960"/>
          </a:xfrm>
        </p:spPr>
        <p:txBody>
          <a:bodyPr anchor="t"/>
          <a:lstStyle>
            <a:lvl1pPr algn="l">
              <a:defRPr sz="19200" b="1" cap="all"/>
            </a:lvl1pPr>
          </a:lstStyle>
          <a:p>
            <a:r>
              <a:rPr lang="en-US" smtClean="0"/>
              <a:t>Click to edit Master title style</a:t>
            </a:r>
            <a:endParaRPr lang="en-US"/>
          </a:p>
        </p:txBody>
      </p:sp>
      <p:sp>
        <p:nvSpPr>
          <p:cNvPr id="3" name="Text Placeholder 2"/>
          <p:cNvSpPr>
            <a:spLocks noGrp="1"/>
          </p:cNvSpPr>
          <p:nvPr>
            <p:ph type="body" idx="1"/>
          </p:nvPr>
        </p:nvSpPr>
        <p:spPr>
          <a:xfrm>
            <a:off x="3467103" y="13952227"/>
            <a:ext cx="37307520" cy="7200897"/>
          </a:xfrm>
        </p:spPr>
        <p:txBody>
          <a:bodyPr anchor="b"/>
          <a:lstStyle>
            <a:lvl1pPr marL="0" indent="0">
              <a:buNone/>
              <a:defRPr sz="9700">
                <a:solidFill>
                  <a:schemeClr val="tx1">
                    <a:tint val="75000"/>
                  </a:schemeClr>
                </a:solidFill>
              </a:defRPr>
            </a:lvl1pPr>
            <a:lvl2pPr marL="2194514" indent="0">
              <a:buNone/>
              <a:defRPr sz="8700">
                <a:solidFill>
                  <a:schemeClr val="tx1">
                    <a:tint val="75000"/>
                  </a:schemeClr>
                </a:solidFill>
              </a:defRPr>
            </a:lvl2pPr>
            <a:lvl3pPr marL="4389028" indent="0">
              <a:buNone/>
              <a:defRPr sz="7700">
                <a:solidFill>
                  <a:schemeClr val="tx1">
                    <a:tint val="75000"/>
                  </a:schemeClr>
                </a:solidFill>
              </a:defRPr>
            </a:lvl3pPr>
            <a:lvl4pPr marL="6583543" indent="0">
              <a:buNone/>
              <a:defRPr sz="6700">
                <a:solidFill>
                  <a:schemeClr val="tx1">
                    <a:tint val="75000"/>
                  </a:schemeClr>
                </a:solidFill>
              </a:defRPr>
            </a:lvl4pPr>
            <a:lvl5pPr marL="8778057" indent="0">
              <a:buNone/>
              <a:defRPr sz="6700">
                <a:solidFill>
                  <a:schemeClr val="tx1">
                    <a:tint val="75000"/>
                  </a:schemeClr>
                </a:solidFill>
              </a:defRPr>
            </a:lvl5pPr>
            <a:lvl6pPr marL="10972571" indent="0">
              <a:buNone/>
              <a:defRPr sz="6700">
                <a:solidFill>
                  <a:schemeClr val="tx1">
                    <a:tint val="75000"/>
                  </a:schemeClr>
                </a:solidFill>
              </a:defRPr>
            </a:lvl6pPr>
            <a:lvl7pPr marL="13167085" indent="0">
              <a:buNone/>
              <a:defRPr sz="6700">
                <a:solidFill>
                  <a:schemeClr val="tx1">
                    <a:tint val="75000"/>
                  </a:schemeClr>
                </a:solidFill>
              </a:defRPr>
            </a:lvl7pPr>
            <a:lvl8pPr marL="15361599" indent="0">
              <a:buNone/>
              <a:defRPr sz="6700">
                <a:solidFill>
                  <a:schemeClr val="tx1">
                    <a:tint val="75000"/>
                  </a:schemeClr>
                </a:solidFill>
              </a:defRPr>
            </a:lvl8pPr>
            <a:lvl9pPr marL="17556115" indent="0">
              <a:buNone/>
              <a:defRPr sz="6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5A6525D-377A-4985-A402-D45709423C9A}" type="datetime1">
              <a:rPr lang="en-US" altLang="en-US"/>
              <a:pPr>
                <a:defRPr/>
              </a:pPr>
              <a:t>9/12/16</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8546BB4-42E6-4022-A9F9-2BE01E727213}" type="slidenum">
              <a:rPr lang="en-US" altLang="en-US"/>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194560" y="7680962"/>
            <a:ext cx="19385280" cy="21724623"/>
          </a:xfrm>
        </p:spPr>
        <p:txBody>
          <a:bodyPr/>
          <a:lstStyle>
            <a:lvl1pPr>
              <a:defRPr sz="13400"/>
            </a:lvl1pPr>
            <a:lvl2pPr>
              <a:defRPr sz="11500"/>
            </a:lvl2pPr>
            <a:lvl3pPr>
              <a:defRPr sz="9700"/>
            </a:lvl3pPr>
            <a:lvl4pPr>
              <a:defRPr sz="8700"/>
            </a:lvl4pPr>
            <a:lvl5pPr>
              <a:defRPr sz="8700"/>
            </a:lvl5pPr>
            <a:lvl6pPr>
              <a:defRPr sz="8700"/>
            </a:lvl6pPr>
            <a:lvl7pPr>
              <a:defRPr sz="8700"/>
            </a:lvl7pPr>
            <a:lvl8pPr>
              <a:defRPr sz="8700"/>
            </a:lvl8pPr>
            <a:lvl9pPr>
              <a:defRPr sz="8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2311360" y="7680962"/>
            <a:ext cx="19385280" cy="21724623"/>
          </a:xfrm>
        </p:spPr>
        <p:txBody>
          <a:bodyPr/>
          <a:lstStyle>
            <a:lvl1pPr>
              <a:defRPr sz="13400"/>
            </a:lvl1pPr>
            <a:lvl2pPr>
              <a:defRPr sz="11500"/>
            </a:lvl2pPr>
            <a:lvl3pPr>
              <a:defRPr sz="9700"/>
            </a:lvl3pPr>
            <a:lvl4pPr>
              <a:defRPr sz="8700"/>
            </a:lvl4pPr>
            <a:lvl5pPr>
              <a:defRPr sz="8700"/>
            </a:lvl5pPr>
            <a:lvl6pPr>
              <a:defRPr sz="8700"/>
            </a:lvl6pPr>
            <a:lvl7pPr>
              <a:defRPr sz="8700"/>
            </a:lvl7pPr>
            <a:lvl8pPr>
              <a:defRPr sz="8700"/>
            </a:lvl8pPr>
            <a:lvl9pPr>
              <a:defRPr sz="8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496CBDE1-2134-4378-85EB-1FC6CFBCE445}" type="datetime1">
              <a:rPr lang="en-US" altLang="en-US"/>
              <a:pPr>
                <a:defRPr/>
              </a:pPr>
              <a:t>9/12/16</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EFAE056-A98E-40B2-A79E-9F3ED963B278}" type="slidenum">
              <a:rPr lang="en-US" altLang="en-US"/>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194565" y="7368545"/>
            <a:ext cx="19392903" cy="3070857"/>
          </a:xfrm>
        </p:spPr>
        <p:txBody>
          <a:bodyPr anchor="b"/>
          <a:lstStyle>
            <a:lvl1pPr marL="0" indent="0">
              <a:buNone/>
              <a:defRPr sz="11500" b="1"/>
            </a:lvl1pPr>
            <a:lvl2pPr marL="2194514" indent="0">
              <a:buNone/>
              <a:defRPr sz="9700" b="1"/>
            </a:lvl2pPr>
            <a:lvl3pPr marL="4389028" indent="0">
              <a:buNone/>
              <a:defRPr sz="8700" b="1"/>
            </a:lvl3pPr>
            <a:lvl4pPr marL="6583543" indent="0">
              <a:buNone/>
              <a:defRPr sz="7700" b="1"/>
            </a:lvl4pPr>
            <a:lvl5pPr marL="8778057" indent="0">
              <a:buNone/>
              <a:defRPr sz="7700" b="1"/>
            </a:lvl5pPr>
            <a:lvl6pPr marL="10972571" indent="0">
              <a:buNone/>
              <a:defRPr sz="7700" b="1"/>
            </a:lvl6pPr>
            <a:lvl7pPr marL="13167085" indent="0">
              <a:buNone/>
              <a:defRPr sz="7700" b="1"/>
            </a:lvl7pPr>
            <a:lvl8pPr marL="15361599" indent="0">
              <a:buNone/>
              <a:defRPr sz="7700" b="1"/>
            </a:lvl8pPr>
            <a:lvl9pPr marL="17556115" indent="0">
              <a:buNone/>
              <a:defRPr sz="7700" b="1"/>
            </a:lvl9pPr>
          </a:lstStyle>
          <a:p>
            <a:pPr lvl="0"/>
            <a:r>
              <a:rPr lang="en-US" smtClean="0"/>
              <a:t>Click to edit Master text styles</a:t>
            </a:r>
          </a:p>
        </p:txBody>
      </p:sp>
      <p:sp>
        <p:nvSpPr>
          <p:cNvPr id="4" name="Content Placeholder 3"/>
          <p:cNvSpPr>
            <a:spLocks noGrp="1"/>
          </p:cNvSpPr>
          <p:nvPr>
            <p:ph sz="half" idx="2"/>
          </p:nvPr>
        </p:nvSpPr>
        <p:spPr>
          <a:xfrm>
            <a:off x="2194565" y="10439402"/>
            <a:ext cx="19392903" cy="18966183"/>
          </a:xfrm>
        </p:spPr>
        <p:txBody>
          <a:bodyPr/>
          <a:lstStyle>
            <a:lvl1pPr>
              <a:defRPr sz="11500"/>
            </a:lvl1pPr>
            <a:lvl2pPr>
              <a:defRPr sz="9700"/>
            </a:lvl2pPr>
            <a:lvl3pPr>
              <a:defRPr sz="87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2296123" y="7368545"/>
            <a:ext cx="19400520" cy="3070857"/>
          </a:xfrm>
        </p:spPr>
        <p:txBody>
          <a:bodyPr anchor="b"/>
          <a:lstStyle>
            <a:lvl1pPr marL="0" indent="0">
              <a:buNone/>
              <a:defRPr sz="11500" b="1"/>
            </a:lvl1pPr>
            <a:lvl2pPr marL="2194514" indent="0">
              <a:buNone/>
              <a:defRPr sz="9700" b="1"/>
            </a:lvl2pPr>
            <a:lvl3pPr marL="4389028" indent="0">
              <a:buNone/>
              <a:defRPr sz="8700" b="1"/>
            </a:lvl3pPr>
            <a:lvl4pPr marL="6583543" indent="0">
              <a:buNone/>
              <a:defRPr sz="7700" b="1"/>
            </a:lvl4pPr>
            <a:lvl5pPr marL="8778057" indent="0">
              <a:buNone/>
              <a:defRPr sz="7700" b="1"/>
            </a:lvl5pPr>
            <a:lvl6pPr marL="10972571" indent="0">
              <a:buNone/>
              <a:defRPr sz="7700" b="1"/>
            </a:lvl6pPr>
            <a:lvl7pPr marL="13167085" indent="0">
              <a:buNone/>
              <a:defRPr sz="7700" b="1"/>
            </a:lvl7pPr>
            <a:lvl8pPr marL="15361599" indent="0">
              <a:buNone/>
              <a:defRPr sz="7700" b="1"/>
            </a:lvl8pPr>
            <a:lvl9pPr marL="17556115" indent="0">
              <a:buNone/>
              <a:defRPr sz="7700" b="1"/>
            </a:lvl9pPr>
          </a:lstStyle>
          <a:p>
            <a:pPr lvl="0"/>
            <a:r>
              <a:rPr lang="en-US" smtClean="0"/>
              <a:t>Click to edit Master text styles</a:t>
            </a:r>
          </a:p>
        </p:txBody>
      </p:sp>
      <p:sp>
        <p:nvSpPr>
          <p:cNvPr id="6" name="Content Placeholder 5"/>
          <p:cNvSpPr>
            <a:spLocks noGrp="1"/>
          </p:cNvSpPr>
          <p:nvPr>
            <p:ph sz="quarter" idx="4"/>
          </p:nvPr>
        </p:nvSpPr>
        <p:spPr>
          <a:xfrm>
            <a:off x="22296123" y="10439402"/>
            <a:ext cx="19400520" cy="18966183"/>
          </a:xfrm>
        </p:spPr>
        <p:txBody>
          <a:bodyPr/>
          <a:lstStyle>
            <a:lvl1pPr>
              <a:defRPr sz="11500"/>
            </a:lvl1pPr>
            <a:lvl2pPr>
              <a:defRPr sz="9700"/>
            </a:lvl2pPr>
            <a:lvl3pPr>
              <a:defRPr sz="87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6349A5C3-4401-42EF-85FC-C8BA4B390946}" type="datetime1">
              <a:rPr lang="en-US" altLang="en-US"/>
              <a:pPr>
                <a:defRPr/>
              </a:pPr>
              <a:t>9/12/16</a:t>
            </a:fld>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02C50BA8-3BD8-4C8F-82ED-153F2F4AD1D9}" type="slidenum">
              <a:rPr lang="en-US" altLang="en-US"/>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7F0C0EB-F1D6-42D8-A97A-33ADA7CA42E9}" type="datetime1">
              <a:rPr lang="en-US" altLang="en-US"/>
              <a:pPr>
                <a:defRPr/>
              </a:pPr>
              <a:t>9/12/16</a:t>
            </a:fld>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9EA00D62-6C84-4445-B7E8-C2F6637D9931}" type="slidenum">
              <a:rPr lang="en-US" altLang="en-US"/>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9134F52-2E2C-425F-93E7-76394BAF897E}" type="datetime1">
              <a:rPr lang="en-US" altLang="en-US"/>
              <a:pPr>
                <a:defRPr/>
              </a:pPr>
              <a:t>9/12/16</a:t>
            </a:fld>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0A82D38D-ADD0-497D-BC8D-3A2B611C3437}" type="slidenum">
              <a:rPr lang="en-US" altLang="en-US"/>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7" y="1310640"/>
            <a:ext cx="14439903" cy="5577840"/>
          </a:xfrm>
        </p:spPr>
        <p:txBody>
          <a:bodyPr anchor="b"/>
          <a:lstStyle>
            <a:lvl1pPr algn="l">
              <a:defRPr sz="9700" b="1"/>
            </a:lvl1pPr>
          </a:lstStyle>
          <a:p>
            <a:r>
              <a:rPr lang="en-US" smtClean="0"/>
              <a:t>Click to edit Master title style</a:t>
            </a:r>
            <a:endParaRPr lang="en-US"/>
          </a:p>
        </p:txBody>
      </p:sp>
      <p:sp>
        <p:nvSpPr>
          <p:cNvPr id="3" name="Content Placeholder 2"/>
          <p:cNvSpPr>
            <a:spLocks noGrp="1"/>
          </p:cNvSpPr>
          <p:nvPr>
            <p:ph idx="1"/>
          </p:nvPr>
        </p:nvSpPr>
        <p:spPr>
          <a:xfrm>
            <a:off x="17160240" y="1310644"/>
            <a:ext cx="24536400" cy="28094943"/>
          </a:xfrm>
        </p:spPr>
        <p:txBody>
          <a:bodyPr/>
          <a:lstStyle>
            <a:lvl1pPr>
              <a:defRPr sz="15400"/>
            </a:lvl1pPr>
            <a:lvl2pPr>
              <a:defRPr sz="13400"/>
            </a:lvl2pPr>
            <a:lvl3pPr>
              <a:defRPr sz="11500"/>
            </a:lvl3pPr>
            <a:lvl4pPr>
              <a:defRPr sz="9700"/>
            </a:lvl4pPr>
            <a:lvl5pPr>
              <a:defRPr sz="9700"/>
            </a:lvl5pPr>
            <a:lvl6pPr>
              <a:defRPr sz="9700"/>
            </a:lvl6pPr>
            <a:lvl7pPr>
              <a:defRPr sz="9700"/>
            </a:lvl7pPr>
            <a:lvl8pPr>
              <a:defRPr sz="9700"/>
            </a:lvl8pPr>
            <a:lvl9pPr>
              <a:defRPr sz="9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194567" y="6888484"/>
            <a:ext cx="14439903" cy="22517103"/>
          </a:xfrm>
        </p:spPr>
        <p:txBody>
          <a:bodyPr/>
          <a:lstStyle>
            <a:lvl1pPr marL="0" indent="0">
              <a:buNone/>
              <a:defRPr sz="6700"/>
            </a:lvl1pPr>
            <a:lvl2pPr marL="2194514" indent="0">
              <a:buNone/>
              <a:defRPr sz="5700"/>
            </a:lvl2pPr>
            <a:lvl3pPr marL="4389028" indent="0">
              <a:buNone/>
              <a:defRPr sz="4800"/>
            </a:lvl3pPr>
            <a:lvl4pPr marL="6583543" indent="0">
              <a:buNone/>
              <a:defRPr sz="4300"/>
            </a:lvl4pPr>
            <a:lvl5pPr marL="8778057" indent="0">
              <a:buNone/>
              <a:defRPr sz="4300"/>
            </a:lvl5pPr>
            <a:lvl6pPr marL="10972571" indent="0">
              <a:buNone/>
              <a:defRPr sz="4300"/>
            </a:lvl6pPr>
            <a:lvl7pPr marL="13167085" indent="0">
              <a:buNone/>
              <a:defRPr sz="4300"/>
            </a:lvl7pPr>
            <a:lvl8pPr marL="15361599" indent="0">
              <a:buNone/>
              <a:defRPr sz="4300"/>
            </a:lvl8pPr>
            <a:lvl9pPr marL="17556115" indent="0">
              <a:buNone/>
              <a:defRPr sz="43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9D1B895-15C5-4212-AE6C-072D71A2E816}" type="datetime1">
              <a:rPr lang="en-US" altLang="en-US"/>
              <a:pPr>
                <a:defRPr/>
              </a:pPr>
              <a:t>9/12/16</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8C130EA5-9382-4DC7-B221-A01306C99756}" type="slidenum">
              <a:rPr lang="en-US" altLang="en-US"/>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3" y="23042882"/>
            <a:ext cx="26334720" cy="2720343"/>
          </a:xfrm>
        </p:spPr>
        <p:txBody>
          <a:bodyPr anchor="b"/>
          <a:lstStyle>
            <a:lvl1pPr algn="l">
              <a:defRPr sz="9700" b="1"/>
            </a:lvl1pPr>
          </a:lstStyle>
          <a:p>
            <a:r>
              <a:rPr lang="en-US" smtClean="0"/>
              <a:t>Click to edit Master title style</a:t>
            </a:r>
            <a:endParaRPr lang="en-US"/>
          </a:p>
        </p:txBody>
      </p:sp>
      <p:sp>
        <p:nvSpPr>
          <p:cNvPr id="3" name="Picture Placeholder 2"/>
          <p:cNvSpPr>
            <a:spLocks noGrp="1"/>
          </p:cNvSpPr>
          <p:nvPr>
            <p:ph type="pic" idx="1"/>
          </p:nvPr>
        </p:nvSpPr>
        <p:spPr>
          <a:xfrm>
            <a:off x="8602983" y="2941320"/>
            <a:ext cx="26334720" cy="19751040"/>
          </a:xfrm>
        </p:spPr>
        <p:txBody>
          <a:bodyPr rtlCol="0">
            <a:normAutofit/>
          </a:bodyPr>
          <a:lstStyle>
            <a:lvl1pPr marL="0" indent="0">
              <a:buNone/>
              <a:defRPr sz="15400"/>
            </a:lvl1pPr>
            <a:lvl2pPr marL="2194514" indent="0">
              <a:buNone/>
              <a:defRPr sz="13400"/>
            </a:lvl2pPr>
            <a:lvl3pPr marL="4389028" indent="0">
              <a:buNone/>
              <a:defRPr sz="11500"/>
            </a:lvl3pPr>
            <a:lvl4pPr marL="6583543" indent="0">
              <a:buNone/>
              <a:defRPr sz="9700"/>
            </a:lvl4pPr>
            <a:lvl5pPr marL="8778057" indent="0">
              <a:buNone/>
              <a:defRPr sz="9700"/>
            </a:lvl5pPr>
            <a:lvl6pPr marL="10972571" indent="0">
              <a:buNone/>
              <a:defRPr sz="9700"/>
            </a:lvl6pPr>
            <a:lvl7pPr marL="13167085" indent="0">
              <a:buNone/>
              <a:defRPr sz="9700"/>
            </a:lvl7pPr>
            <a:lvl8pPr marL="15361599" indent="0">
              <a:buNone/>
              <a:defRPr sz="9700"/>
            </a:lvl8pPr>
            <a:lvl9pPr marL="17556115" indent="0">
              <a:buNone/>
              <a:defRPr sz="9700"/>
            </a:lvl9pPr>
          </a:lstStyle>
          <a:p>
            <a:pPr lvl="0"/>
            <a:endParaRPr lang="en-US" noProof="0" smtClean="0"/>
          </a:p>
        </p:txBody>
      </p:sp>
      <p:sp>
        <p:nvSpPr>
          <p:cNvPr id="4" name="Text Placeholder 3"/>
          <p:cNvSpPr>
            <a:spLocks noGrp="1"/>
          </p:cNvSpPr>
          <p:nvPr>
            <p:ph type="body" sz="half" idx="2"/>
          </p:nvPr>
        </p:nvSpPr>
        <p:spPr>
          <a:xfrm>
            <a:off x="8602983" y="25763225"/>
            <a:ext cx="26334720" cy="3863337"/>
          </a:xfrm>
        </p:spPr>
        <p:txBody>
          <a:bodyPr/>
          <a:lstStyle>
            <a:lvl1pPr marL="0" indent="0">
              <a:buNone/>
              <a:defRPr sz="6700"/>
            </a:lvl1pPr>
            <a:lvl2pPr marL="2194514" indent="0">
              <a:buNone/>
              <a:defRPr sz="5700"/>
            </a:lvl2pPr>
            <a:lvl3pPr marL="4389028" indent="0">
              <a:buNone/>
              <a:defRPr sz="4800"/>
            </a:lvl3pPr>
            <a:lvl4pPr marL="6583543" indent="0">
              <a:buNone/>
              <a:defRPr sz="4300"/>
            </a:lvl4pPr>
            <a:lvl5pPr marL="8778057" indent="0">
              <a:buNone/>
              <a:defRPr sz="4300"/>
            </a:lvl5pPr>
            <a:lvl6pPr marL="10972571" indent="0">
              <a:buNone/>
              <a:defRPr sz="4300"/>
            </a:lvl6pPr>
            <a:lvl7pPr marL="13167085" indent="0">
              <a:buNone/>
              <a:defRPr sz="4300"/>
            </a:lvl7pPr>
            <a:lvl8pPr marL="15361599" indent="0">
              <a:buNone/>
              <a:defRPr sz="4300"/>
            </a:lvl8pPr>
            <a:lvl9pPr marL="17556115" indent="0">
              <a:buNone/>
              <a:defRPr sz="43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DF94536-A7A6-474A-B156-C30C85109C89}" type="datetime1">
              <a:rPr lang="en-US" altLang="en-US"/>
              <a:pPr>
                <a:defRPr/>
              </a:pPr>
              <a:t>9/12/16</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3C44787B-A13C-4CBB-83B6-240BC3807B3B}" type="slidenum">
              <a:rPr lang="en-US" altLang="en-US"/>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A1345C8-82A5-4741-B256-53CDBF6CCDD2}" type="datetime1">
              <a:rPr lang="en-US" altLang="en-US"/>
              <a:pPr>
                <a:defRPr/>
              </a:pPr>
              <a:t>9/12/16</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9A6C67B-B763-4405-94EC-63632A32CC8C}"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67"/>
            <a:ext cx="9875520" cy="2808732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194560" y="1318267"/>
            <a:ext cx="28895040" cy="280873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521F452-A0EA-4AD1-8961-CCCF14DDDA8C}" type="datetime1">
              <a:rPr lang="en-US" altLang="en-US"/>
              <a:pPr>
                <a:defRPr/>
              </a:pPr>
              <a:t>9/12/16</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EEE22BD4-3BAA-4BA7-89DD-16B1720EC261}"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195513" y="1319213"/>
            <a:ext cx="39500175" cy="5486400"/>
          </a:xfrm>
          <a:prstGeom prst="rect">
            <a:avLst/>
          </a:prstGeom>
          <a:noFill/>
          <a:ln w="9525">
            <a:noFill/>
            <a:miter lim="800000"/>
            <a:headEnd/>
            <a:tailEnd/>
          </a:ln>
        </p:spPr>
        <p:txBody>
          <a:bodyPr vert="horz" wrap="square" lIns="438903" tIns="219451" rIns="438903" bIns="219451"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2195513" y="7681913"/>
            <a:ext cx="39500175" cy="21724937"/>
          </a:xfrm>
          <a:prstGeom prst="rect">
            <a:avLst/>
          </a:prstGeom>
          <a:noFill/>
          <a:ln w="9525">
            <a:noFill/>
            <a:miter lim="800000"/>
            <a:headEnd/>
            <a:tailEnd/>
          </a:ln>
        </p:spPr>
        <p:txBody>
          <a:bodyPr vert="horz" wrap="square" lIns="438903" tIns="219451" rIns="438903" bIns="219451"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2195513" y="30511750"/>
            <a:ext cx="10239375" cy="1752600"/>
          </a:xfrm>
          <a:prstGeom prst="rect">
            <a:avLst/>
          </a:prstGeom>
        </p:spPr>
        <p:txBody>
          <a:bodyPr vert="horz" wrap="square" lIns="438903" tIns="219451" rIns="438903" bIns="219451" numCol="1" anchor="ctr" anchorCtr="0" compatLnSpc="1">
            <a:prstTxWarp prst="textNoShape">
              <a:avLst/>
            </a:prstTxWarp>
          </a:bodyPr>
          <a:lstStyle>
            <a:lvl1pPr eaLnBrk="1" hangingPunct="1">
              <a:defRPr sz="5700">
                <a:solidFill>
                  <a:srgbClr val="898989"/>
                </a:solidFill>
                <a:latin typeface="Times" panose="02020603050405020304" pitchFamily="18" charset="0"/>
              </a:defRPr>
            </a:lvl1pPr>
          </a:lstStyle>
          <a:p>
            <a:pPr>
              <a:defRPr/>
            </a:pPr>
            <a:fld id="{9D8C6498-7D5D-4BEF-AE85-DAEDAC81A4FB}" type="datetime1">
              <a:rPr lang="en-US" altLang="en-US"/>
              <a:pPr>
                <a:defRPr/>
              </a:pPr>
              <a:t>9/12/16</a:t>
            </a:fld>
            <a:endParaRPr lang="en-US" altLang="en-US"/>
          </a:p>
        </p:txBody>
      </p:sp>
      <p:sp>
        <p:nvSpPr>
          <p:cNvPr id="5" name="Footer Placeholder 4"/>
          <p:cNvSpPr>
            <a:spLocks noGrp="1"/>
          </p:cNvSpPr>
          <p:nvPr>
            <p:ph type="ftr" sz="quarter" idx="3"/>
          </p:nvPr>
        </p:nvSpPr>
        <p:spPr>
          <a:xfrm>
            <a:off x="14997113" y="30511750"/>
            <a:ext cx="13896975" cy="1752600"/>
          </a:xfrm>
          <a:prstGeom prst="rect">
            <a:avLst/>
          </a:prstGeom>
        </p:spPr>
        <p:txBody>
          <a:bodyPr vert="horz" lIns="438903" tIns="219451" rIns="438903" bIns="219451" rtlCol="0" anchor="ctr"/>
          <a:lstStyle>
            <a:lvl1pPr algn="ctr" eaLnBrk="1" hangingPunct="1">
              <a:defRPr sz="5700">
                <a:solidFill>
                  <a:schemeClr val="tx1">
                    <a:tint val="75000"/>
                  </a:schemeClr>
                </a:solidFill>
                <a:latin typeface="Times" charset="0"/>
                <a:ea typeface="ＭＳ Ｐゴシック" charset="0"/>
                <a:cs typeface="ＭＳ Ｐゴシック" charset="0"/>
              </a:defRPr>
            </a:lvl1pPr>
          </a:lstStyle>
          <a:p>
            <a:pPr>
              <a:defRPr/>
            </a:pPr>
            <a:endParaRPr lang="en-US"/>
          </a:p>
        </p:txBody>
      </p:sp>
      <p:sp>
        <p:nvSpPr>
          <p:cNvPr id="6" name="Slide Number Placeholder 5"/>
          <p:cNvSpPr>
            <a:spLocks noGrp="1"/>
          </p:cNvSpPr>
          <p:nvPr>
            <p:ph type="sldNum" sz="quarter" idx="4"/>
          </p:nvPr>
        </p:nvSpPr>
        <p:spPr>
          <a:xfrm>
            <a:off x="31456313" y="30511750"/>
            <a:ext cx="10239375" cy="1752600"/>
          </a:xfrm>
          <a:prstGeom prst="rect">
            <a:avLst/>
          </a:prstGeom>
        </p:spPr>
        <p:txBody>
          <a:bodyPr vert="horz" wrap="square" lIns="438903" tIns="219451" rIns="438903" bIns="219451" numCol="1" anchor="ctr" anchorCtr="0" compatLnSpc="1">
            <a:prstTxWarp prst="textNoShape">
              <a:avLst/>
            </a:prstTxWarp>
          </a:bodyPr>
          <a:lstStyle>
            <a:lvl1pPr algn="r" eaLnBrk="1" hangingPunct="1">
              <a:defRPr sz="5700">
                <a:solidFill>
                  <a:srgbClr val="898989"/>
                </a:solidFill>
              </a:defRPr>
            </a:lvl1pPr>
          </a:lstStyle>
          <a:p>
            <a:fld id="{C88C3D3B-C440-47D8-A2AF-20ACB6B3763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2192338" rtl="0" eaLnBrk="0" fontAlgn="base" hangingPunct="0">
        <a:spcBef>
          <a:spcPct val="0"/>
        </a:spcBef>
        <a:spcAft>
          <a:spcPct val="0"/>
        </a:spcAft>
        <a:defRPr sz="21100" kern="1200">
          <a:solidFill>
            <a:schemeClr val="tx1"/>
          </a:solidFill>
          <a:latin typeface="+mj-lt"/>
          <a:ea typeface="MS PGothic" panose="020B0600070205080204" pitchFamily="34" charset="-128"/>
          <a:cs typeface="ＭＳ Ｐゴシック" charset="0"/>
        </a:defRPr>
      </a:lvl1pPr>
      <a:lvl2pPr algn="ctr" defTabSz="2192338" rtl="0" eaLnBrk="0" fontAlgn="base" hangingPunct="0">
        <a:spcBef>
          <a:spcPct val="0"/>
        </a:spcBef>
        <a:spcAft>
          <a:spcPct val="0"/>
        </a:spcAft>
        <a:defRPr sz="21100">
          <a:solidFill>
            <a:schemeClr val="tx1"/>
          </a:solidFill>
          <a:latin typeface="Calibri" charset="0"/>
          <a:ea typeface="MS PGothic" panose="020B0600070205080204" pitchFamily="34" charset="-128"/>
          <a:cs typeface="ＭＳ Ｐゴシック" charset="0"/>
        </a:defRPr>
      </a:lvl2pPr>
      <a:lvl3pPr algn="ctr" defTabSz="2192338" rtl="0" eaLnBrk="0" fontAlgn="base" hangingPunct="0">
        <a:spcBef>
          <a:spcPct val="0"/>
        </a:spcBef>
        <a:spcAft>
          <a:spcPct val="0"/>
        </a:spcAft>
        <a:defRPr sz="21100">
          <a:solidFill>
            <a:schemeClr val="tx1"/>
          </a:solidFill>
          <a:latin typeface="Calibri" charset="0"/>
          <a:ea typeface="MS PGothic" panose="020B0600070205080204" pitchFamily="34" charset="-128"/>
          <a:cs typeface="ＭＳ Ｐゴシック" charset="0"/>
        </a:defRPr>
      </a:lvl3pPr>
      <a:lvl4pPr algn="ctr" defTabSz="2192338" rtl="0" eaLnBrk="0" fontAlgn="base" hangingPunct="0">
        <a:spcBef>
          <a:spcPct val="0"/>
        </a:spcBef>
        <a:spcAft>
          <a:spcPct val="0"/>
        </a:spcAft>
        <a:defRPr sz="21100">
          <a:solidFill>
            <a:schemeClr val="tx1"/>
          </a:solidFill>
          <a:latin typeface="Calibri" charset="0"/>
          <a:ea typeface="MS PGothic" panose="020B0600070205080204" pitchFamily="34" charset="-128"/>
          <a:cs typeface="ＭＳ Ｐゴシック" charset="0"/>
        </a:defRPr>
      </a:lvl4pPr>
      <a:lvl5pPr algn="ctr" defTabSz="2192338" rtl="0" eaLnBrk="0" fontAlgn="base" hangingPunct="0">
        <a:spcBef>
          <a:spcPct val="0"/>
        </a:spcBef>
        <a:spcAft>
          <a:spcPct val="0"/>
        </a:spcAft>
        <a:defRPr sz="21100">
          <a:solidFill>
            <a:schemeClr val="tx1"/>
          </a:solidFill>
          <a:latin typeface="Calibri" charset="0"/>
          <a:ea typeface="MS PGothic" panose="020B0600070205080204" pitchFamily="34" charset="-128"/>
          <a:cs typeface="ＭＳ Ｐゴシック" charset="0"/>
        </a:defRPr>
      </a:lvl5pPr>
      <a:lvl6pPr marL="640080" algn="ctr" defTabSz="2193608" rtl="0" fontAlgn="base">
        <a:spcBef>
          <a:spcPct val="0"/>
        </a:spcBef>
        <a:spcAft>
          <a:spcPct val="0"/>
        </a:spcAft>
        <a:defRPr sz="21100">
          <a:solidFill>
            <a:schemeClr val="tx1"/>
          </a:solidFill>
          <a:latin typeface="Calibri" charset="0"/>
          <a:ea typeface="ＭＳ Ｐゴシック" charset="0"/>
          <a:cs typeface="ＭＳ Ｐゴシック" charset="0"/>
        </a:defRPr>
      </a:lvl6pPr>
      <a:lvl7pPr marL="1280160" algn="ctr" defTabSz="2193608" rtl="0" fontAlgn="base">
        <a:spcBef>
          <a:spcPct val="0"/>
        </a:spcBef>
        <a:spcAft>
          <a:spcPct val="0"/>
        </a:spcAft>
        <a:defRPr sz="21100">
          <a:solidFill>
            <a:schemeClr val="tx1"/>
          </a:solidFill>
          <a:latin typeface="Calibri" charset="0"/>
          <a:ea typeface="ＭＳ Ｐゴシック" charset="0"/>
          <a:cs typeface="ＭＳ Ｐゴシック" charset="0"/>
        </a:defRPr>
      </a:lvl7pPr>
      <a:lvl8pPr marL="1920240" algn="ctr" defTabSz="2193608" rtl="0" fontAlgn="base">
        <a:spcBef>
          <a:spcPct val="0"/>
        </a:spcBef>
        <a:spcAft>
          <a:spcPct val="0"/>
        </a:spcAft>
        <a:defRPr sz="21100">
          <a:solidFill>
            <a:schemeClr val="tx1"/>
          </a:solidFill>
          <a:latin typeface="Calibri" charset="0"/>
          <a:ea typeface="ＭＳ Ｐゴシック" charset="0"/>
          <a:cs typeface="ＭＳ Ｐゴシック" charset="0"/>
        </a:defRPr>
      </a:lvl8pPr>
      <a:lvl9pPr marL="2560320" algn="ctr" defTabSz="2193608" rtl="0" fontAlgn="base">
        <a:spcBef>
          <a:spcPct val="0"/>
        </a:spcBef>
        <a:spcAft>
          <a:spcPct val="0"/>
        </a:spcAft>
        <a:defRPr sz="21100">
          <a:solidFill>
            <a:schemeClr val="tx1"/>
          </a:solidFill>
          <a:latin typeface="Calibri" charset="0"/>
          <a:ea typeface="ＭＳ Ｐゴシック" charset="0"/>
          <a:cs typeface="ＭＳ Ｐゴシック" charset="0"/>
        </a:defRPr>
      </a:lvl9pPr>
    </p:titleStyle>
    <p:bodyStyle>
      <a:lvl1pPr marL="1644650" indent="-1644650" algn="l" defTabSz="2192338" rtl="0" eaLnBrk="0" fontAlgn="base" hangingPunct="0">
        <a:spcBef>
          <a:spcPct val="20000"/>
        </a:spcBef>
        <a:spcAft>
          <a:spcPct val="0"/>
        </a:spcAft>
        <a:buFont typeface="Arial" pitchFamily="34" charset="0"/>
        <a:buChar char="•"/>
        <a:defRPr sz="15400" kern="1200">
          <a:solidFill>
            <a:schemeClr val="tx1"/>
          </a:solidFill>
          <a:latin typeface="+mn-lt"/>
          <a:ea typeface="MS PGothic" panose="020B0600070205080204" pitchFamily="34" charset="-128"/>
          <a:cs typeface="ＭＳ Ｐゴシック" charset="0"/>
        </a:defRPr>
      </a:lvl1pPr>
      <a:lvl2pPr marL="3563938" indent="-1370013" algn="l" defTabSz="2192338" rtl="0" eaLnBrk="0" fontAlgn="base" hangingPunct="0">
        <a:spcBef>
          <a:spcPct val="20000"/>
        </a:spcBef>
        <a:spcAft>
          <a:spcPct val="0"/>
        </a:spcAft>
        <a:buFont typeface="Arial" pitchFamily="34" charset="0"/>
        <a:buChar char="–"/>
        <a:defRPr sz="13400" kern="1200">
          <a:solidFill>
            <a:schemeClr val="tx1"/>
          </a:solidFill>
          <a:latin typeface="+mn-lt"/>
          <a:ea typeface="MS PGothic" panose="020B0600070205080204" pitchFamily="34" charset="-128"/>
          <a:cs typeface="+mn-cs"/>
        </a:defRPr>
      </a:lvl2pPr>
      <a:lvl3pPr marL="5484813" indent="-1095375" algn="l" defTabSz="2192338" rtl="0" eaLnBrk="0" fontAlgn="base" hangingPunct="0">
        <a:spcBef>
          <a:spcPct val="20000"/>
        </a:spcBef>
        <a:spcAft>
          <a:spcPct val="0"/>
        </a:spcAft>
        <a:buFont typeface="Arial" pitchFamily="34" charset="0"/>
        <a:buChar char="•"/>
        <a:defRPr sz="11500" kern="1200">
          <a:solidFill>
            <a:schemeClr val="tx1"/>
          </a:solidFill>
          <a:latin typeface="+mn-lt"/>
          <a:ea typeface="MS PGothic" panose="020B0600070205080204" pitchFamily="34" charset="-128"/>
          <a:cs typeface="+mn-cs"/>
        </a:defRPr>
      </a:lvl3pPr>
      <a:lvl4pPr marL="7678738" indent="-1095375" algn="l" defTabSz="2192338" rtl="0" eaLnBrk="0" fontAlgn="base" hangingPunct="0">
        <a:spcBef>
          <a:spcPct val="20000"/>
        </a:spcBef>
        <a:spcAft>
          <a:spcPct val="0"/>
        </a:spcAft>
        <a:buFont typeface="Arial" pitchFamily="34" charset="0"/>
        <a:buChar char="–"/>
        <a:defRPr sz="9700" kern="1200">
          <a:solidFill>
            <a:schemeClr val="tx1"/>
          </a:solidFill>
          <a:latin typeface="+mn-lt"/>
          <a:ea typeface="MS PGothic" panose="020B0600070205080204" pitchFamily="34" charset="-128"/>
          <a:cs typeface="+mn-cs"/>
        </a:defRPr>
      </a:lvl4pPr>
      <a:lvl5pPr marL="9874250" indent="-1095375" algn="l" defTabSz="2192338" rtl="0" eaLnBrk="0" fontAlgn="base" hangingPunct="0">
        <a:spcBef>
          <a:spcPct val="20000"/>
        </a:spcBef>
        <a:spcAft>
          <a:spcPct val="0"/>
        </a:spcAft>
        <a:buFont typeface="Arial" pitchFamily="34" charset="0"/>
        <a:buChar char="»"/>
        <a:defRPr sz="9700" kern="1200">
          <a:solidFill>
            <a:schemeClr val="tx1"/>
          </a:solidFill>
          <a:latin typeface="+mn-lt"/>
          <a:ea typeface="MS PGothic" panose="020B0600070205080204" pitchFamily="34" charset="-128"/>
          <a:cs typeface="+mn-cs"/>
        </a:defRPr>
      </a:lvl5pPr>
      <a:lvl6pPr marL="12069828" indent="-1097257" algn="l" defTabSz="2194514" rtl="0" eaLnBrk="1" latinLnBrk="0" hangingPunct="1">
        <a:spcBef>
          <a:spcPct val="20000"/>
        </a:spcBef>
        <a:buFont typeface="Arial"/>
        <a:buChar char="•"/>
        <a:defRPr sz="9700" kern="1200">
          <a:solidFill>
            <a:schemeClr val="tx1"/>
          </a:solidFill>
          <a:latin typeface="+mn-lt"/>
          <a:ea typeface="+mn-ea"/>
          <a:cs typeface="+mn-cs"/>
        </a:defRPr>
      </a:lvl6pPr>
      <a:lvl7pPr marL="14264342" indent="-1097257" algn="l" defTabSz="2194514" rtl="0" eaLnBrk="1" latinLnBrk="0" hangingPunct="1">
        <a:spcBef>
          <a:spcPct val="20000"/>
        </a:spcBef>
        <a:buFont typeface="Arial"/>
        <a:buChar char="•"/>
        <a:defRPr sz="9700" kern="1200">
          <a:solidFill>
            <a:schemeClr val="tx1"/>
          </a:solidFill>
          <a:latin typeface="+mn-lt"/>
          <a:ea typeface="+mn-ea"/>
          <a:cs typeface="+mn-cs"/>
        </a:defRPr>
      </a:lvl7pPr>
      <a:lvl8pPr marL="16458858" indent="-1097257" algn="l" defTabSz="2194514" rtl="0" eaLnBrk="1" latinLnBrk="0" hangingPunct="1">
        <a:spcBef>
          <a:spcPct val="20000"/>
        </a:spcBef>
        <a:buFont typeface="Arial"/>
        <a:buChar char="•"/>
        <a:defRPr sz="9700" kern="1200">
          <a:solidFill>
            <a:schemeClr val="tx1"/>
          </a:solidFill>
          <a:latin typeface="+mn-lt"/>
          <a:ea typeface="+mn-ea"/>
          <a:cs typeface="+mn-cs"/>
        </a:defRPr>
      </a:lvl8pPr>
      <a:lvl9pPr marL="18653372" indent="-1097257" algn="l" defTabSz="2194514" rtl="0" eaLnBrk="1" latinLnBrk="0" hangingPunct="1">
        <a:spcBef>
          <a:spcPct val="20000"/>
        </a:spcBef>
        <a:buFont typeface="Arial"/>
        <a:buChar char="•"/>
        <a:defRPr sz="9700" kern="1200">
          <a:solidFill>
            <a:schemeClr val="tx1"/>
          </a:solidFill>
          <a:latin typeface="+mn-lt"/>
          <a:ea typeface="+mn-ea"/>
          <a:cs typeface="+mn-cs"/>
        </a:defRPr>
      </a:lvl9pPr>
    </p:bodyStyle>
    <p:otherStyle>
      <a:defPPr>
        <a:defRPr lang="en-US"/>
      </a:defPPr>
      <a:lvl1pPr marL="0" algn="l" defTabSz="2194514" rtl="0" eaLnBrk="1" latinLnBrk="0" hangingPunct="1">
        <a:defRPr sz="8700" kern="1200">
          <a:solidFill>
            <a:schemeClr val="tx1"/>
          </a:solidFill>
          <a:latin typeface="+mn-lt"/>
          <a:ea typeface="+mn-ea"/>
          <a:cs typeface="+mn-cs"/>
        </a:defRPr>
      </a:lvl1pPr>
      <a:lvl2pPr marL="2194514" algn="l" defTabSz="2194514" rtl="0" eaLnBrk="1" latinLnBrk="0" hangingPunct="1">
        <a:defRPr sz="8700" kern="1200">
          <a:solidFill>
            <a:schemeClr val="tx1"/>
          </a:solidFill>
          <a:latin typeface="+mn-lt"/>
          <a:ea typeface="+mn-ea"/>
          <a:cs typeface="+mn-cs"/>
        </a:defRPr>
      </a:lvl2pPr>
      <a:lvl3pPr marL="4389028" algn="l" defTabSz="2194514" rtl="0" eaLnBrk="1" latinLnBrk="0" hangingPunct="1">
        <a:defRPr sz="8700" kern="1200">
          <a:solidFill>
            <a:schemeClr val="tx1"/>
          </a:solidFill>
          <a:latin typeface="+mn-lt"/>
          <a:ea typeface="+mn-ea"/>
          <a:cs typeface="+mn-cs"/>
        </a:defRPr>
      </a:lvl3pPr>
      <a:lvl4pPr marL="6583543" algn="l" defTabSz="2194514" rtl="0" eaLnBrk="1" latinLnBrk="0" hangingPunct="1">
        <a:defRPr sz="8700" kern="1200">
          <a:solidFill>
            <a:schemeClr val="tx1"/>
          </a:solidFill>
          <a:latin typeface="+mn-lt"/>
          <a:ea typeface="+mn-ea"/>
          <a:cs typeface="+mn-cs"/>
        </a:defRPr>
      </a:lvl4pPr>
      <a:lvl5pPr marL="8778057" algn="l" defTabSz="2194514" rtl="0" eaLnBrk="1" latinLnBrk="0" hangingPunct="1">
        <a:defRPr sz="8700" kern="1200">
          <a:solidFill>
            <a:schemeClr val="tx1"/>
          </a:solidFill>
          <a:latin typeface="+mn-lt"/>
          <a:ea typeface="+mn-ea"/>
          <a:cs typeface="+mn-cs"/>
        </a:defRPr>
      </a:lvl5pPr>
      <a:lvl6pPr marL="10972571" algn="l" defTabSz="2194514" rtl="0" eaLnBrk="1" latinLnBrk="0" hangingPunct="1">
        <a:defRPr sz="8700" kern="1200">
          <a:solidFill>
            <a:schemeClr val="tx1"/>
          </a:solidFill>
          <a:latin typeface="+mn-lt"/>
          <a:ea typeface="+mn-ea"/>
          <a:cs typeface="+mn-cs"/>
        </a:defRPr>
      </a:lvl6pPr>
      <a:lvl7pPr marL="13167085" algn="l" defTabSz="2194514" rtl="0" eaLnBrk="1" latinLnBrk="0" hangingPunct="1">
        <a:defRPr sz="8700" kern="1200">
          <a:solidFill>
            <a:schemeClr val="tx1"/>
          </a:solidFill>
          <a:latin typeface="+mn-lt"/>
          <a:ea typeface="+mn-ea"/>
          <a:cs typeface="+mn-cs"/>
        </a:defRPr>
      </a:lvl7pPr>
      <a:lvl8pPr marL="15361599" algn="l" defTabSz="2194514" rtl="0" eaLnBrk="1" latinLnBrk="0" hangingPunct="1">
        <a:defRPr sz="8700" kern="1200">
          <a:solidFill>
            <a:schemeClr val="tx1"/>
          </a:solidFill>
          <a:latin typeface="+mn-lt"/>
          <a:ea typeface="+mn-ea"/>
          <a:cs typeface="+mn-cs"/>
        </a:defRPr>
      </a:lvl8pPr>
      <a:lvl9pPr marL="17556115" algn="l" defTabSz="2194514" rtl="0" eaLnBrk="1" latinLnBrk="0" hangingPunct="1">
        <a:defRPr sz="8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2.png"/><Relationship Id="rId12" Type="http://schemas.openxmlformats.org/officeDocument/2006/relationships/image" Target="../media/image3.png"/><Relationship Id="rId13" Type="http://schemas.openxmlformats.org/officeDocument/2006/relationships/image" Target="../media/image4.jpeg"/><Relationship Id="rId14" Type="http://schemas.openxmlformats.org/officeDocument/2006/relationships/image" Target="../media/image5.png"/><Relationship Id="rId15" Type="http://schemas.openxmlformats.org/officeDocument/2006/relationships/image" Target="../media/image6.png"/><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mailto:agraws@uw.edu" TargetMode="External"/><Relationship Id="rId5" Type="http://schemas.openxmlformats.org/officeDocument/2006/relationships/hyperlink" Target="mailto:darrencp@uw.edu" TargetMode="External"/><Relationship Id="rId6" Type="http://schemas.openxmlformats.org/officeDocument/2006/relationships/hyperlink" Target="mailto:swatig1@uw.edu" TargetMode="External"/><Relationship Id="rId7" Type="http://schemas.openxmlformats.org/officeDocument/2006/relationships/hyperlink" Target="mailto:aadsam@uw.edu" TargetMode="External"/><Relationship Id="rId8" Type="http://schemas.openxmlformats.org/officeDocument/2006/relationships/hyperlink" Target="mailto:sshanu@uw.edu" TargetMode="External"/><Relationship Id="rId9" Type="http://schemas.openxmlformats.org/officeDocument/2006/relationships/hyperlink" Target="mailto:mdecock@uw.edu" TargetMode="External"/><Relationship Id="rId10" Type="http://schemas.openxmlformats.org/officeDocument/2006/relationships/hyperlink" Target="http://hmmlearn.readthedocs.io/en/latest/api.html#multinomialhm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Boarder" descr="CDS wide PPT shell 3x4.png"/>
          <p:cNvPicPr>
            <a:picLocks noChangeAspect="1"/>
          </p:cNvPicPr>
          <p:nvPr/>
        </p:nvPicPr>
        <p:blipFill>
          <a:blip r:embed="rId3"/>
          <a:srcRect/>
          <a:stretch>
            <a:fillRect/>
          </a:stretch>
        </p:blipFill>
        <p:spPr bwMode="auto">
          <a:xfrm>
            <a:off x="76200" y="0"/>
            <a:ext cx="43891200" cy="32918400"/>
          </a:xfrm>
          <a:prstGeom prst="rect">
            <a:avLst/>
          </a:prstGeom>
          <a:noFill/>
          <a:ln w="9525">
            <a:noFill/>
            <a:miter lim="800000"/>
            <a:headEnd/>
            <a:tailEnd/>
          </a:ln>
        </p:spPr>
      </p:pic>
      <p:sp>
        <p:nvSpPr>
          <p:cNvPr id="6" name="Names"/>
          <p:cNvSpPr txBox="1"/>
          <p:nvPr/>
        </p:nvSpPr>
        <p:spPr>
          <a:xfrm flipH="1">
            <a:off x="1638299" y="4555224"/>
            <a:ext cx="40614599" cy="2800767"/>
          </a:xfrm>
          <a:prstGeom prst="rect">
            <a:avLst/>
          </a:prstGeom>
          <a:noFill/>
        </p:spPr>
        <p:txBody>
          <a:bodyPr wrap="square" numCol="6" rtlCol="0">
            <a:spAutoFit/>
          </a:bodyPr>
          <a:lstStyle/>
          <a:p>
            <a:pPr algn="ctr"/>
            <a:r>
              <a:rPr lang="en-US" sz="4400" dirty="0" err="1" smtClean="0">
                <a:latin typeface="Times New Roman" charset="0"/>
                <a:ea typeface="Times New Roman" charset="0"/>
                <a:cs typeface="Times New Roman" charset="0"/>
              </a:rPr>
              <a:t>Surabhi</a:t>
            </a:r>
            <a:r>
              <a:rPr lang="en-US" sz="4400" dirty="0" smtClean="0">
                <a:latin typeface="Times New Roman" charset="0"/>
                <a:ea typeface="Times New Roman" charset="0"/>
                <a:cs typeface="Times New Roman" charset="0"/>
              </a:rPr>
              <a:t> Agrawal</a:t>
            </a:r>
            <a:endParaRPr lang="en-US" sz="4400" dirty="0">
              <a:latin typeface="Times New Roman" charset="0"/>
              <a:ea typeface="Times New Roman" charset="0"/>
              <a:cs typeface="Times New Roman" charset="0"/>
            </a:endParaRPr>
          </a:p>
          <a:p>
            <a:pPr algn="ctr"/>
            <a:r>
              <a:rPr lang="en-US" sz="4400" dirty="0" smtClean="0">
                <a:latin typeface="Times New Roman" charset="0"/>
                <a:ea typeface="Times New Roman" charset="0"/>
                <a:cs typeface="Times New Roman" charset="0"/>
                <a:hlinkClick r:id="rId4"/>
              </a:rPr>
              <a:t>agraws@uw.edu</a:t>
            </a:r>
            <a:endParaRPr lang="en-US" sz="4400" dirty="0">
              <a:latin typeface="Times New Roman" charset="0"/>
              <a:ea typeface="Times New Roman" charset="0"/>
              <a:cs typeface="Times New Roman" charset="0"/>
            </a:endParaRPr>
          </a:p>
          <a:p>
            <a:pPr algn="ctr"/>
            <a:endParaRPr lang="en-US" sz="4400" dirty="0" smtClean="0">
              <a:latin typeface="Times New Roman" charset="0"/>
              <a:ea typeface="Times New Roman" charset="0"/>
              <a:cs typeface="Times New Roman" charset="0"/>
            </a:endParaRPr>
          </a:p>
          <a:p>
            <a:pPr algn="ctr"/>
            <a:endParaRPr lang="en-US" sz="4400" dirty="0" smtClean="0">
              <a:latin typeface="Times New Roman" charset="0"/>
              <a:ea typeface="Times New Roman" charset="0"/>
              <a:cs typeface="Times New Roman" charset="0"/>
            </a:endParaRPr>
          </a:p>
          <a:p>
            <a:pPr algn="ctr"/>
            <a:r>
              <a:rPr lang="en-US" sz="4400" dirty="0" smtClean="0">
                <a:latin typeface="Times New Roman" charset="0"/>
                <a:ea typeface="Times New Roman" charset="0"/>
                <a:cs typeface="Times New Roman" charset="0"/>
              </a:rPr>
              <a:t>Chun Pan Hon</a:t>
            </a:r>
          </a:p>
          <a:p>
            <a:pPr algn="ctr"/>
            <a:r>
              <a:rPr lang="en-US" sz="4400" dirty="0" smtClean="0">
                <a:latin typeface="Times New Roman" charset="0"/>
                <a:ea typeface="Times New Roman" charset="0"/>
                <a:cs typeface="Times New Roman" charset="0"/>
                <a:hlinkClick r:id="rId5"/>
              </a:rPr>
              <a:t>darrencp@uw.edu</a:t>
            </a:r>
            <a:endParaRPr lang="en-US" sz="4400" dirty="0" smtClean="0">
              <a:latin typeface="Times New Roman" charset="0"/>
              <a:ea typeface="Times New Roman" charset="0"/>
              <a:cs typeface="Times New Roman" charset="0"/>
            </a:endParaRPr>
          </a:p>
          <a:p>
            <a:pPr algn="ctr"/>
            <a:endParaRPr lang="en-US" sz="4400" dirty="0">
              <a:latin typeface="Times New Roman" charset="0"/>
              <a:ea typeface="Times New Roman" charset="0"/>
              <a:cs typeface="Times New Roman" charset="0"/>
            </a:endParaRPr>
          </a:p>
          <a:p>
            <a:pPr algn="ctr"/>
            <a:endParaRPr lang="en-US" sz="4400" dirty="0" smtClean="0">
              <a:latin typeface="Times New Roman" charset="0"/>
              <a:ea typeface="Times New Roman" charset="0"/>
              <a:cs typeface="Times New Roman" charset="0"/>
            </a:endParaRPr>
          </a:p>
          <a:p>
            <a:pPr algn="ctr"/>
            <a:r>
              <a:rPr lang="en-US" sz="4400" dirty="0" smtClean="0">
                <a:latin typeface="Times New Roman" charset="0"/>
                <a:ea typeface="Times New Roman" charset="0"/>
                <a:cs typeface="Times New Roman" charset="0"/>
              </a:rPr>
              <a:t>Swati Garg</a:t>
            </a:r>
          </a:p>
          <a:p>
            <a:pPr lvl="0" algn="ctr"/>
            <a:r>
              <a:rPr lang="en-US" sz="4400" dirty="0" smtClean="0">
                <a:solidFill>
                  <a:prstClr val="black"/>
                </a:solidFill>
                <a:latin typeface="Times New Roman" charset="0"/>
                <a:ea typeface="Times New Roman" charset="0"/>
                <a:cs typeface="Times New Roman" charset="0"/>
                <a:hlinkClick r:id="rId6"/>
              </a:rPr>
              <a:t>swatig1@uw.edu</a:t>
            </a:r>
            <a:endParaRPr lang="en-US" sz="4400" dirty="0" smtClean="0">
              <a:solidFill>
                <a:prstClr val="black"/>
              </a:solidFill>
              <a:latin typeface="Times New Roman" charset="0"/>
              <a:ea typeface="Times New Roman" charset="0"/>
              <a:cs typeface="Times New Roman" charset="0"/>
            </a:endParaRPr>
          </a:p>
          <a:p>
            <a:pPr lvl="0" algn="ctr"/>
            <a:endParaRPr lang="en-US" sz="4400" dirty="0" smtClean="0">
              <a:latin typeface="Times New Roman" charset="0"/>
              <a:ea typeface="Times New Roman" charset="0"/>
              <a:cs typeface="Times New Roman" charset="0"/>
            </a:endParaRPr>
          </a:p>
          <a:p>
            <a:pPr lvl="0" algn="ctr"/>
            <a:endParaRPr lang="en-US" sz="4400" dirty="0" smtClean="0">
              <a:latin typeface="Times New Roman" charset="0"/>
              <a:ea typeface="Times New Roman" charset="0"/>
              <a:cs typeface="Times New Roman" charset="0"/>
            </a:endParaRPr>
          </a:p>
          <a:p>
            <a:pPr algn="ctr"/>
            <a:r>
              <a:rPr lang="en-US" sz="4400" dirty="0" err="1" smtClean="0">
                <a:latin typeface="Times New Roman" charset="0"/>
                <a:ea typeface="Times New Roman" charset="0"/>
                <a:cs typeface="Times New Roman" charset="0"/>
              </a:rPr>
              <a:t>Aadarsh</a:t>
            </a:r>
            <a:r>
              <a:rPr lang="en-US" sz="4400" dirty="0" smtClean="0">
                <a:latin typeface="Times New Roman" charset="0"/>
                <a:ea typeface="Times New Roman" charset="0"/>
                <a:cs typeface="Times New Roman" charset="0"/>
              </a:rPr>
              <a:t> </a:t>
            </a:r>
            <a:r>
              <a:rPr lang="en-US" sz="4400" dirty="0" err="1" smtClean="0">
                <a:latin typeface="Times New Roman" charset="0"/>
                <a:ea typeface="Times New Roman" charset="0"/>
                <a:cs typeface="Times New Roman" charset="0"/>
              </a:rPr>
              <a:t>Sampath</a:t>
            </a:r>
            <a:endParaRPr lang="en-US" sz="4400" dirty="0" smtClean="0">
              <a:latin typeface="Times New Roman" charset="0"/>
              <a:ea typeface="Times New Roman" charset="0"/>
              <a:cs typeface="Times New Roman" charset="0"/>
            </a:endParaRPr>
          </a:p>
          <a:p>
            <a:pPr algn="ctr"/>
            <a:r>
              <a:rPr lang="en-US" sz="4400" dirty="0" smtClean="0">
                <a:latin typeface="Times New Roman" charset="0"/>
                <a:ea typeface="Times New Roman" charset="0"/>
                <a:cs typeface="Times New Roman" charset="0"/>
                <a:hlinkClick r:id="rId7"/>
              </a:rPr>
              <a:t>aadsam@uw.edu</a:t>
            </a:r>
            <a:endParaRPr lang="en-US" sz="4400" dirty="0" smtClean="0">
              <a:latin typeface="Times New Roman" charset="0"/>
              <a:ea typeface="Times New Roman" charset="0"/>
              <a:cs typeface="Times New Roman" charset="0"/>
            </a:endParaRPr>
          </a:p>
          <a:p>
            <a:pPr algn="ctr"/>
            <a:endParaRPr lang="en-US" sz="4400" dirty="0" smtClean="0">
              <a:latin typeface="Times New Roman" charset="0"/>
              <a:ea typeface="Times New Roman" charset="0"/>
              <a:cs typeface="Times New Roman" charset="0"/>
            </a:endParaRPr>
          </a:p>
          <a:p>
            <a:pPr algn="ctr"/>
            <a:endParaRPr lang="en-US" sz="4400" dirty="0">
              <a:latin typeface="Times New Roman" charset="0"/>
              <a:ea typeface="Times New Roman" charset="0"/>
              <a:cs typeface="Times New Roman" charset="0"/>
            </a:endParaRPr>
          </a:p>
          <a:p>
            <a:pPr algn="ctr"/>
            <a:r>
              <a:rPr lang="en-US" sz="4400" dirty="0" err="1" smtClean="0">
                <a:latin typeface="Times New Roman" charset="0"/>
                <a:ea typeface="Times New Roman" charset="0"/>
                <a:cs typeface="Times New Roman" charset="0"/>
              </a:rPr>
              <a:t>Shanu</a:t>
            </a:r>
            <a:r>
              <a:rPr lang="en-US" sz="4400" dirty="0" smtClean="0">
                <a:latin typeface="Times New Roman" charset="0"/>
                <a:ea typeface="Times New Roman" charset="0"/>
                <a:cs typeface="Times New Roman" charset="0"/>
              </a:rPr>
              <a:t> </a:t>
            </a:r>
            <a:r>
              <a:rPr lang="en-US" sz="4400" dirty="0" err="1" smtClean="0">
                <a:latin typeface="Times New Roman" charset="0"/>
                <a:ea typeface="Times New Roman" charset="0"/>
                <a:cs typeface="Times New Roman" charset="0"/>
              </a:rPr>
              <a:t>Sushmita</a:t>
            </a:r>
            <a:endParaRPr lang="en-US" sz="4400" dirty="0">
              <a:latin typeface="Times New Roman" charset="0"/>
              <a:ea typeface="Times New Roman" charset="0"/>
              <a:cs typeface="Times New Roman" charset="0"/>
            </a:endParaRPr>
          </a:p>
          <a:p>
            <a:pPr algn="ctr"/>
            <a:r>
              <a:rPr lang="en-US" sz="4400" dirty="0" smtClean="0">
                <a:latin typeface="Times New Roman" charset="0"/>
                <a:ea typeface="Times New Roman" charset="0"/>
                <a:cs typeface="Times New Roman" charset="0"/>
                <a:hlinkClick r:id="rId8"/>
              </a:rPr>
              <a:t>sshanu@uw.edu</a:t>
            </a:r>
            <a:endParaRPr lang="en-US" sz="4400" dirty="0" smtClean="0">
              <a:latin typeface="Times New Roman" charset="0"/>
              <a:ea typeface="Times New Roman" charset="0"/>
              <a:cs typeface="Times New Roman" charset="0"/>
            </a:endParaRPr>
          </a:p>
          <a:p>
            <a:pPr algn="ctr"/>
            <a:endParaRPr lang="en-US" sz="4400" dirty="0" smtClean="0">
              <a:latin typeface="Times New Roman" charset="0"/>
              <a:ea typeface="Times New Roman" charset="0"/>
              <a:cs typeface="Times New Roman" charset="0"/>
            </a:endParaRPr>
          </a:p>
          <a:p>
            <a:pPr algn="ctr"/>
            <a:endParaRPr lang="en-US" sz="4400" dirty="0">
              <a:latin typeface="Times New Roman" charset="0"/>
              <a:ea typeface="Times New Roman" charset="0"/>
              <a:cs typeface="Times New Roman" charset="0"/>
            </a:endParaRPr>
          </a:p>
          <a:p>
            <a:pPr algn="ctr"/>
            <a:r>
              <a:rPr lang="en-US" sz="4400" dirty="0" smtClean="0">
                <a:latin typeface="Times New Roman" charset="0"/>
                <a:ea typeface="Times New Roman" charset="0"/>
                <a:cs typeface="Times New Roman" charset="0"/>
              </a:rPr>
              <a:t>Martine De Cock</a:t>
            </a:r>
            <a:endParaRPr lang="en-US" sz="4400" dirty="0">
              <a:latin typeface="Times New Roman" charset="0"/>
              <a:ea typeface="Times New Roman" charset="0"/>
              <a:cs typeface="Times New Roman" charset="0"/>
            </a:endParaRPr>
          </a:p>
          <a:p>
            <a:pPr algn="ctr"/>
            <a:r>
              <a:rPr lang="en-US" sz="4400" dirty="0" smtClean="0">
                <a:latin typeface="Times New Roman" charset="0"/>
                <a:ea typeface="Times New Roman" charset="0"/>
                <a:cs typeface="Times New Roman" charset="0"/>
                <a:hlinkClick r:id="rId9"/>
              </a:rPr>
              <a:t>mdecock@uw.edu</a:t>
            </a:r>
            <a:endParaRPr lang="en-US" sz="4400" dirty="0">
              <a:latin typeface="Times New Roman" charset="0"/>
              <a:ea typeface="Times New Roman" charset="0"/>
              <a:cs typeface="Times New Roman" charset="0"/>
            </a:endParaRPr>
          </a:p>
          <a:p>
            <a:pPr algn="ctr"/>
            <a:endParaRPr lang="en-US" sz="3600" dirty="0">
              <a:latin typeface="Helvetica Neue Medium"/>
            </a:endParaRPr>
          </a:p>
        </p:txBody>
      </p:sp>
      <p:sp>
        <p:nvSpPr>
          <p:cNvPr id="3080" name="Title"/>
          <p:cNvSpPr txBox="1">
            <a:spLocks noChangeArrowheads="1"/>
          </p:cNvSpPr>
          <p:nvPr/>
        </p:nvSpPr>
        <p:spPr bwMode="auto">
          <a:xfrm>
            <a:off x="4864100" y="2011896"/>
            <a:ext cx="34163000" cy="1276372"/>
          </a:xfrm>
          <a:prstGeom prst="rect">
            <a:avLst/>
          </a:prstGeom>
          <a:noFill/>
          <a:ln w="9525">
            <a:noFill/>
            <a:miter lim="800000"/>
            <a:headEnd/>
            <a:tailEnd/>
          </a:ln>
        </p:spPr>
        <p:txBody>
          <a:bodyPr lIns="83374" tIns="83374" rIns="83374" bIns="83374">
            <a:spAutoFit/>
          </a:bodyPr>
          <a:lstStyle/>
          <a:p>
            <a:pPr algn="ctr" defTabSz="596900" eaLnBrk="1" hangingPunct="1"/>
            <a:r>
              <a:rPr lang="en-US" altLang="en-US" sz="7200" b="1" dirty="0" smtClean="0">
                <a:latin typeface="Times New Roman" charset="0"/>
                <a:ea typeface="Times New Roman" charset="0"/>
                <a:cs typeface="Times New Roman" charset="0"/>
              </a:rPr>
              <a:t>Sequence Based Prediction of Hospital Readmissions</a:t>
            </a:r>
            <a:endParaRPr lang="en-US" altLang="en-US" sz="7200" b="1" dirty="0">
              <a:latin typeface="Times New Roman" charset="0"/>
              <a:ea typeface="Times New Roman" charset="0"/>
              <a:cs typeface="Times New Roman" charset="0"/>
            </a:endParaRPr>
          </a:p>
        </p:txBody>
      </p:sp>
      <p:sp>
        <p:nvSpPr>
          <p:cNvPr id="42" name="Security Pane"/>
          <p:cNvSpPr>
            <a:spLocks noChangeArrowheads="1"/>
          </p:cNvSpPr>
          <p:nvPr/>
        </p:nvSpPr>
        <p:spPr bwMode="auto">
          <a:xfrm>
            <a:off x="15316200" y="6745288"/>
            <a:ext cx="13258800" cy="21753512"/>
          </a:xfrm>
          <a:prstGeom prst="roundRect">
            <a:avLst>
              <a:gd name="adj" fmla="val 3315"/>
            </a:avLst>
          </a:prstGeom>
          <a:noFill/>
          <a:ln w="76200" cmpd="sng">
            <a:solidFill>
              <a:schemeClr val="tx1">
                <a:lumMod val="50000"/>
                <a:lumOff val="50000"/>
              </a:schemeClr>
            </a:solidFill>
            <a:round/>
            <a:headEnd/>
            <a:tailEnd/>
          </a:ln>
          <a:effectLst>
            <a:outerShdw blurRad="63500" dist="38099" dir="2700000" algn="ctr" rotWithShape="0">
              <a:schemeClr val="bg2">
                <a:alpha val="74998"/>
              </a:schemeClr>
            </a:outerShdw>
          </a:effectLst>
        </p:spPr>
        <p:txBody>
          <a:bodyPr wrap="none" lIns="127851" tIns="63935" rIns="127851" bIns="63935" anchor="ctr"/>
          <a:lstStyle/>
          <a:p>
            <a:pPr eaLnBrk="1" hangingPunct="1">
              <a:defRPr/>
            </a:pPr>
            <a:endParaRPr lang="en-US" dirty="0">
              <a:latin typeface="Times" panose="02020603050405020304" pitchFamily="18" charset="0"/>
            </a:endParaRPr>
          </a:p>
        </p:txBody>
      </p:sp>
      <p:sp>
        <p:nvSpPr>
          <p:cNvPr id="72" name="Results Pane"/>
          <p:cNvSpPr>
            <a:spLocks noChangeArrowheads="1"/>
          </p:cNvSpPr>
          <p:nvPr/>
        </p:nvSpPr>
        <p:spPr bwMode="auto">
          <a:xfrm>
            <a:off x="29032200" y="6732588"/>
            <a:ext cx="13258800" cy="21753512"/>
          </a:xfrm>
          <a:prstGeom prst="roundRect">
            <a:avLst>
              <a:gd name="adj" fmla="val 3315"/>
            </a:avLst>
          </a:prstGeom>
          <a:noFill/>
          <a:ln w="76200" cmpd="sng">
            <a:solidFill>
              <a:schemeClr val="tx1">
                <a:lumMod val="50000"/>
                <a:lumOff val="50000"/>
              </a:schemeClr>
            </a:solidFill>
            <a:round/>
            <a:headEnd/>
            <a:tailEnd/>
          </a:ln>
          <a:effectLst>
            <a:outerShdw blurRad="63500" dist="38099" dir="2700000" algn="ctr" rotWithShape="0">
              <a:schemeClr val="bg2">
                <a:alpha val="74998"/>
              </a:schemeClr>
            </a:outerShdw>
          </a:effectLst>
        </p:spPr>
        <p:txBody>
          <a:bodyPr wrap="none" lIns="127851" tIns="63935" rIns="127851" bIns="63935" anchor="ctr"/>
          <a:lstStyle/>
          <a:p>
            <a:pPr eaLnBrk="1" hangingPunct="1">
              <a:defRPr/>
            </a:pPr>
            <a:endParaRPr lang="en-US" dirty="0">
              <a:latin typeface="Times" panose="02020603050405020304" pitchFamily="18" charset="0"/>
            </a:endParaRPr>
          </a:p>
        </p:txBody>
      </p:sp>
      <p:sp>
        <p:nvSpPr>
          <p:cNvPr id="84" name="Problem Pane"/>
          <p:cNvSpPr>
            <a:spLocks noChangeArrowheads="1"/>
          </p:cNvSpPr>
          <p:nvPr/>
        </p:nvSpPr>
        <p:spPr bwMode="auto">
          <a:xfrm>
            <a:off x="1600200" y="6629400"/>
            <a:ext cx="13258800" cy="21869400"/>
          </a:xfrm>
          <a:prstGeom prst="roundRect">
            <a:avLst>
              <a:gd name="adj" fmla="val 3315"/>
            </a:avLst>
          </a:prstGeom>
          <a:noFill/>
          <a:ln w="76200" cmpd="sng">
            <a:solidFill>
              <a:schemeClr val="tx1">
                <a:lumMod val="50000"/>
                <a:lumOff val="50000"/>
              </a:schemeClr>
            </a:solidFill>
            <a:round/>
            <a:headEnd/>
            <a:tailEnd/>
          </a:ln>
          <a:effectLst>
            <a:outerShdw blurRad="63500" dist="38099" dir="2700000" algn="ctr" rotWithShape="0">
              <a:schemeClr val="bg2">
                <a:alpha val="74998"/>
              </a:schemeClr>
            </a:outerShdw>
          </a:effectLst>
        </p:spPr>
        <p:txBody>
          <a:bodyPr wrap="none" lIns="127851" tIns="63935" rIns="127851" bIns="63935" anchor="ctr"/>
          <a:lstStyle/>
          <a:p>
            <a:pPr eaLnBrk="1" hangingPunct="1">
              <a:defRPr/>
            </a:pPr>
            <a:endParaRPr lang="en-US" dirty="0">
              <a:latin typeface="Times" panose="02020603050405020304" pitchFamily="18" charset="0"/>
            </a:endParaRPr>
          </a:p>
        </p:txBody>
      </p:sp>
      <p:sp>
        <p:nvSpPr>
          <p:cNvPr id="64" name="Problem Title"/>
          <p:cNvSpPr/>
          <p:nvPr/>
        </p:nvSpPr>
        <p:spPr>
          <a:xfrm>
            <a:off x="1600200" y="6629400"/>
            <a:ext cx="13258800" cy="990600"/>
          </a:xfrm>
          <a:prstGeom prst="roundRect">
            <a:avLst/>
          </a:prstGeom>
          <a:solidFill>
            <a:srgbClr val="604A7B"/>
          </a:solidFill>
          <a:ln w="76200">
            <a:solidFill>
              <a:srgbClr val="604A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 name="Problem Title Text"/>
          <p:cNvSpPr>
            <a:spLocks noChangeArrowheads="1"/>
          </p:cNvSpPr>
          <p:nvPr/>
        </p:nvSpPr>
        <p:spPr bwMode="auto">
          <a:xfrm>
            <a:off x="4381500" y="6642100"/>
            <a:ext cx="7696200" cy="977900"/>
          </a:xfrm>
          <a:prstGeom prst="rect">
            <a:avLst/>
          </a:prstGeom>
          <a:solidFill>
            <a:schemeClr val="accent4">
              <a:lumMod val="75000"/>
            </a:schemeClr>
          </a:solidFill>
          <a:ln w="28575">
            <a:noFill/>
            <a:round/>
            <a:headEnd/>
            <a:tailEnd/>
          </a:ln>
          <a:effectLst/>
        </p:spPr>
        <p:txBody>
          <a:bodyPr lIns="91308" tIns="45661" rIns="91308" bIns="45661" anchor="ctr" anchorCtr="1"/>
          <a:lstStyle/>
          <a:p>
            <a:pPr algn="ctr" defTabSz="912313" eaLnBrk="1" hangingPunct="1">
              <a:defRPr/>
            </a:pPr>
            <a:r>
              <a:rPr lang="en-US" sz="5000" b="1" dirty="0" smtClean="0">
                <a:solidFill>
                  <a:schemeClr val="bg1"/>
                </a:solidFill>
                <a:latin typeface="Times New Roman" charset="0"/>
                <a:ea typeface="Times New Roman" charset="0"/>
                <a:cs typeface="Times New Roman" charset="0"/>
              </a:rPr>
              <a:t>Problem</a:t>
            </a:r>
            <a:endParaRPr lang="en-US" sz="5000" b="1" dirty="0">
              <a:solidFill>
                <a:schemeClr val="bg1"/>
              </a:solidFill>
              <a:latin typeface="Times New Roman" charset="0"/>
              <a:ea typeface="Times New Roman" charset="0"/>
              <a:cs typeface="Times New Roman" charset="0"/>
            </a:endParaRPr>
          </a:p>
        </p:txBody>
      </p:sp>
      <p:sp>
        <p:nvSpPr>
          <p:cNvPr id="65" name="Security Title"/>
          <p:cNvSpPr/>
          <p:nvPr/>
        </p:nvSpPr>
        <p:spPr>
          <a:xfrm>
            <a:off x="15316200" y="6629400"/>
            <a:ext cx="13258800" cy="990600"/>
          </a:xfrm>
          <a:prstGeom prst="roundRect">
            <a:avLst/>
          </a:prstGeom>
          <a:solidFill>
            <a:srgbClr val="604A7B"/>
          </a:solidFill>
          <a:ln w="76200">
            <a:solidFill>
              <a:srgbClr val="604A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Security Title Text"/>
          <p:cNvSpPr>
            <a:spLocks noChangeArrowheads="1"/>
          </p:cNvSpPr>
          <p:nvPr/>
        </p:nvSpPr>
        <p:spPr bwMode="auto">
          <a:xfrm>
            <a:off x="16611600" y="6629400"/>
            <a:ext cx="10668000" cy="1054100"/>
          </a:xfrm>
          <a:prstGeom prst="rect">
            <a:avLst/>
          </a:prstGeom>
          <a:solidFill>
            <a:schemeClr val="accent4">
              <a:lumMod val="75000"/>
            </a:schemeClr>
          </a:solidFill>
          <a:ln w="28575">
            <a:noFill/>
            <a:miter lim="800000"/>
            <a:headEnd/>
            <a:tailEnd/>
          </a:ln>
          <a:effectLst/>
        </p:spPr>
        <p:txBody>
          <a:bodyPr lIns="91308" tIns="45661" rIns="91308" bIns="45661" anchor="ctr" anchorCtr="1"/>
          <a:lstStyle/>
          <a:p>
            <a:pPr algn="ctr" defTabSz="912313" eaLnBrk="1" hangingPunct="1">
              <a:defRPr/>
            </a:pPr>
            <a:r>
              <a:rPr lang="en-US" sz="5000" b="1" dirty="0" smtClean="0">
                <a:solidFill>
                  <a:schemeClr val="bg1"/>
                </a:solidFill>
                <a:latin typeface="Times New Roman" charset="0"/>
                <a:ea typeface="Times New Roman" charset="0"/>
                <a:cs typeface="Times New Roman" charset="0"/>
              </a:rPr>
              <a:t>Methods</a:t>
            </a:r>
            <a:endParaRPr lang="en-US" sz="5000" b="1" dirty="0">
              <a:solidFill>
                <a:schemeClr val="bg1"/>
              </a:solidFill>
              <a:latin typeface="Times New Roman" charset="0"/>
              <a:ea typeface="Times New Roman" charset="0"/>
              <a:cs typeface="Times New Roman" charset="0"/>
            </a:endParaRPr>
          </a:p>
        </p:txBody>
      </p:sp>
      <p:sp>
        <p:nvSpPr>
          <p:cNvPr id="66" name="Results Title"/>
          <p:cNvSpPr/>
          <p:nvPr/>
        </p:nvSpPr>
        <p:spPr>
          <a:xfrm>
            <a:off x="29032200" y="6629400"/>
            <a:ext cx="13258800" cy="990600"/>
          </a:xfrm>
          <a:prstGeom prst="roundRect">
            <a:avLst/>
          </a:prstGeom>
          <a:solidFill>
            <a:srgbClr val="604A7B"/>
          </a:solidFill>
          <a:ln w="76200">
            <a:solidFill>
              <a:srgbClr val="604A7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Results Title Text"/>
          <p:cNvSpPr>
            <a:spLocks noChangeArrowheads="1"/>
          </p:cNvSpPr>
          <p:nvPr/>
        </p:nvSpPr>
        <p:spPr bwMode="auto">
          <a:xfrm>
            <a:off x="31356300" y="6705600"/>
            <a:ext cx="8610600" cy="914400"/>
          </a:xfrm>
          <a:prstGeom prst="rect">
            <a:avLst/>
          </a:prstGeom>
          <a:solidFill>
            <a:schemeClr val="accent4">
              <a:lumMod val="75000"/>
            </a:schemeClr>
          </a:solidFill>
          <a:ln w="28575">
            <a:noFill/>
            <a:miter lim="800000"/>
            <a:headEnd/>
            <a:tailEnd/>
          </a:ln>
          <a:effectLst/>
        </p:spPr>
        <p:txBody>
          <a:bodyPr lIns="91308" tIns="45661" rIns="91308" bIns="45661" anchor="ctr" anchorCtr="1"/>
          <a:lstStyle/>
          <a:p>
            <a:pPr algn="ctr" defTabSz="912313" eaLnBrk="1" hangingPunct="1">
              <a:defRPr/>
            </a:pPr>
            <a:r>
              <a:rPr lang="en-US" sz="5000" b="1" dirty="0" smtClean="0">
                <a:solidFill>
                  <a:schemeClr val="bg1"/>
                </a:solidFill>
                <a:latin typeface="Times New Roman" charset="0"/>
                <a:ea typeface="Times New Roman" charset="0"/>
                <a:cs typeface="Times New Roman" charset="0"/>
              </a:rPr>
              <a:t>Results</a:t>
            </a:r>
            <a:endParaRPr lang="en-US" sz="5000" b="1" dirty="0">
              <a:solidFill>
                <a:schemeClr val="bg1"/>
              </a:solidFill>
              <a:latin typeface="Times New Roman" charset="0"/>
              <a:ea typeface="Times New Roman" charset="0"/>
              <a:cs typeface="Times New Roman" charset="0"/>
            </a:endParaRPr>
          </a:p>
        </p:txBody>
      </p:sp>
      <p:sp>
        <p:nvSpPr>
          <p:cNvPr id="50" name="Hiding Website"/>
          <p:cNvSpPr/>
          <p:nvPr/>
        </p:nvSpPr>
        <p:spPr>
          <a:xfrm>
            <a:off x="34442400" y="29108400"/>
            <a:ext cx="7772400" cy="1600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pp training text"/>
          <p:cNvSpPr txBox="1"/>
          <p:nvPr/>
        </p:nvSpPr>
        <p:spPr>
          <a:xfrm>
            <a:off x="1848803" y="7976064"/>
            <a:ext cx="12761594" cy="20528697"/>
          </a:xfrm>
          <a:prstGeom prst="rect">
            <a:avLst/>
          </a:prstGeom>
          <a:noFill/>
        </p:spPr>
        <p:txBody>
          <a:bodyPr wrap="square" rtlCol="0">
            <a:spAutoFit/>
          </a:bodyPr>
          <a:lstStyle/>
          <a:p>
            <a:r>
              <a:rPr lang="en-US" sz="3600" b="1" dirty="0">
                <a:latin typeface="Times New Roman" charset="0"/>
                <a:ea typeface="Times New Roman" charset="0"/>
                <a:cs typeface="Times New Roman" charset="0"/>
              </a:rPr>
              <a:t>Importance of the Problem:</a:t>
            </a:r>
          </a:p>
          <a:p>
            <a:pPr algn="ctr"/>
            <a:endParaRPr lang="en-US" sz="4400" b="1" dirty="0">
              <a:latin typeface="Times New Roman" charset="0"/>
              <a:ea typeface="Times New Roman" charset="0"/>
              <a:cs typeface="Times New Roman" charset="0"/>
            </a:endParaRPr>
          </a:p>
          <a:p>
            <a:pPr algn="ctr"/>
            <a:endParaRPr lang="en-US" sz="4400" b="1" dirty="0" smtClean="0">
              <a:latin typeface="Times New Roman" charset="0"/>
              <a:ea typeface="Times New Roman" charset="0"/>
              <a:cs typeface="Times New Roman" charset="0"/>
            </a:endParaRPr>
          </a:p>
          <a:p>
            <a:pPr algn="ctr"/>
            <a:endParaRPr lang="en-US" sz="4400" b="1" dirty="0">
              <a:latin typeface="Times New Roman" charset="0"/>
              <a:ea typeface="Times New Roman" charset="0"/>
              <a:cs typeface="Times New Roman" charset="0"/>
            </a:endParaRPr>
          </a:p>
          <a:p>
            <a:pPr algn="ctr"/>
            <a:endParaRPr lang="en-US" sz="4400" b="1" dirty="0" smtClean="0">
              <a:latin typeface="Times New Roman" charset="0"/>
              <a:ea typeface="Times New Roman" charset="0"/>
              <a:cs typeface="Times New Roman" charset="0"/>
            </a:endParaRPr>
          </a:p>
          <a:p>
            <a:pPr algn="ctr"/>
            <a:endParaRPr lang="en-US" sz="4400" b="1" dirty="0">
              <a:latin typeface="Times New Roman" charset="0"/>
              <a:ea typeface="Times New Roman" charset="0"/>
              <a:cs typeface="Times New Roman" charset="0"/>
            </a:endParaRPr>
          </a:p>
          <a:p>
            <a:pPr algn="ctr"/>
            <a:endParaRPr lang="en-US" sz="4400" b="1" dirty="0" smtClean="0">
              <a:latin typeface="Times New Roman" charset="0"/>
              <a:ea typeface="Times New Roman" charset="0"/>
              <a:cs typeface="Times New Roman" charset="0"/>
            </a:endParaRPr>
          </a:p>
          <a:p>
            <a:pPr algn="ctr"/>
            <a:endParaRPr lang="en-US" sz="4400" b="1" dirty="0">
              <a:latin typeface="Times New Roman" charset="0"/>
              <a:ea typeface="Times New Roman" charset="0"/>
              <a:cs typeface="Times New Roman" charset="0"/>
            </a:endParaRPr>
          </a:p>
          <a:p>
            <a:endParaRPr lang="en-US" sz="4400" b="1" dirty="0">
              <a:latin typeface="Times New Roman" charset="0"/>
              <a:ea typeface="Times New Roman" charset="0"/>
              <a:cs typeface="Times New Roman" charset="0"/>
            </a:endParaRPr>
          </a:p>
          <a:p>
            <a:r>
              <a:rPr lang="en-US" sz="3600" b="1" dirty="0" smtClean="0">
                <a:latin typeface="Times New Roman" charset="0"/>
                <a:ea typeface="Times New Roman" charset="0"/>
                <a:cs typeface="Times New Roman" charset="0"/>
              </a:rPr>
              <a:t>Research Goals:</a:t>
            </a:r>
          </a:p>
          <a:p>
            <a:r>
              <a:rPr lang="en-US" sz="2400" dirty="0" smtClean="0">
                <a:latin typeface="Times New Roman" charset="0"/>
                <a:ea typeface="Times New Roman" charset="0"/>
                <a:cs typeface="Times New Roman" charset="0"/>
              </a:rPr>
              <a:t>Given the admission history of a patient, </a:t>
            </a:r>
            <a:r>
              <a:rPr lang="en-US" sz="2400" dirty="0" smtClean="0">
                <a:latin typeface="Times New Roman" charset="0"/>
                <a:ea typeface="Times New Roman" charset="0"/>
                <a:cs typeface="Times New Roman" charset="0"/>
              </a:rPr>
              <a:t>predict:</a:t>
            </a:r>
            <a:endParaRPr lang="en-US" sz="2400" dirty="0" smtClean="0">
              <a:latin typeface="Times New Roman" charset="0"/>
              <a:ea typeface="Times New Roman" charset="0"/>
              <a:cs typeface="Times New Roman" charset="0"/>
            </a:endParaRPr>
          </a:p>
          <a:p>
            <a:endParaRPr lang="en-US" sz="2800" dirty="0" smtClean="0">
              <a:latin typeface="Times New Roman" charset="0"/>
              <a:ea typeface="Times New Roman" charset="0"/>
              <a:cs typeface="Times New Roman" charset="0"/>
            </a:endParaRPr>
          </a:p>
          <a:p>
            <a:endParaRPr lang="en-US" sz="2800" dirty="0">
              <a:latin typeface="Times New Roman" charset="0"/>
              <a:ea typeface="Times New Roman" charset="0"/>
              <a:cs typeface="Times New Roman" charset="0"/>
            </a:endParaRPr>
          </a:p>
          <a:p>
            <a:endParaRPr lang="en-US" sz="2800" dirty="0" smtClean="0">
              <a:latin typeface="Times New Roman" charset="0"/>
              <a:ea typeface="Times New Roman" charset="0"/>
              <a:cs typeface="Times New Roman" charset="0"/>
            </a:endParaRPr>
          </a:p>
          <a:p>
            <a:endParaRPr lang="en-US" sz="2800" dirty="0">
              <a:latin typeface="Times New Roman" charset="0"/>
              <a:ea typeface="Times New Roman" charset="0"/>
              <a:cs typeface="Times New Roman" charset="0"/>
            </a:endParaRPr>
          </a:p>
          <a:p>
            <a:endParaRPr lang="en-US" sz="2800" dirty="0" smtClean="0">
              <a:latin typeface="Times New Roman" charset="0"/>
              <a:ea typeface="Times New Roman" charset="0"/>
              <a:cs typeface="Times New Roman" charset="0"/>
            </a:endParaRPr>
          </a:p>
          <a:p>
            <a:endParaRPr lang="en-US" sz="2800" dirty="0">
              <a:latin typeface="Times New Roman" charset="0"/>
              <a:ea typeface="Times New Roman" charset="0"/>
              <a:cs typeface="Times New Roman" charset="0"/>
            </a:endParaRPr>
          </a:p>
          <a:p>
            <a:endParaRPr lang="en-US" sz="2800" dirty="0">
              <a:latin typeface="Times New Roman" charset="0"/>
              <a:ea typeface="Times New Roman" charset="0"/>
              <a:cs typeface="Times New Roman" charset="0"/>
            </a:endParaRPr>
          </a:p>
          <a:p>
            <a:endParaRPr lang="en-US" sz="2800" dirty="0">
              <a:latin typeface="Times New Roman" charset="0"/>
              <a:ea typeface="Times New Roman" charset="0"/>
              <a:cs typeface="Times New Roman" charset="0"/>
            </a:endParaRPr>
          </a:p>
          <a:p>
            <a:r>
              <a:rPr lang="en-US" sz="3600" b="1" dirty="0" smtClean="0">
                <a:latin typeface="Times New Roman" charset="0"/>
                <a:ea typeface="Times New Roman" charset="0"/>
                <a:cs typeface="Times New Roman" charset="0"/>
              </a:rPr>
              <a:t>Cohorts:</a:t>
            </a:r>
            <a:endParaRPr lang="en-US" sz="3600" dirty="0">
              <a:latin typeface="Times New Roman" charset="0"/>
              <a:ea typeface="Times New Roman" charset="0"/>
              <a:cs typeface="Times New Roman" charset="0"/>
            </a:endParaRPr>
          </a:p>
          <a:p>
            <a:endParaRPr lang="en-US" sz="3600" dirty="0" smtClean="0">
              <a:latin typeface="Times New Roman" charset="0"/>
              <a:ea typeface="Times New Roman" charset="0"/>
              <a:cs typeface="Times New Roman" charset="0"/>
            </a:endParaRPr>
          </a:p>
          <a:p>
            <a:endParaRPr lang="en-US" sz="3600" dirty="0">
              <a:latin typeface="Times New Roman" charset="0"/>
              <a:ea typeface="Times New Roman" charset="0"/>
              <a:cs typeface="Times New Roman" charset="0"/>
            </a:endParaRPr>
          </a:p>
          <a:p>
            <a:endParaRPr lang="en-US" sz="3600" dirty="0" smtClean="0">
              <a:latin typeface="Times New Roman" charset="0"/>
              <a:ea typeface="Times New Roman" charset="0"/>
              <a:cs typeface="Times New Roman" charset="0"/>
            </a:endParaRPr>
          </a:p>
          <a:p>
            <a:pPr marL="0" lvl="2" indent="0"/>
            <a:endParaRPr lang="en-US" sz="3600" b="1" dirty="0" smtClean="0">
              <a:latin typeface="Times New Roman" charset="0"/>
              <a:ea typeface="Times New Roman" charset="0"/>
              <a:cs typeface="Times New Roman" charset="0"/>
            </a:endParaRPr>
          </a:p>
          <a:p>
            <a:pPr marL="0" lvl="2" indent="0"/>
            <a:r>
              <a:rPr lang="en-US" sz="3600" b="1" dirty="0" smtClean="0">
                <a:latin typeface="Times New Roman" charset="0"/>
                <a:ea typeface="Times New Roman" charset="0"/>
                <a:cs typeface="Times New Roman" charset="0"/>
              </a:rPr>
              <a:t>Example:</a:t>
            </a:r>
          </a:p>
          <a:p>
            <a:pPr marL="571500" lvl="2" indent="-571500">
              <a:buFont typeface="Arial" charset="0"/>
              <a:buChar char="•"/>
            </a:pPr>
            <a:r>
              <a:rPr lang="en-US" sz="2400" dirty="0" smtClean="0">
                <a:latin typeface="Times New Roman" charset="0"/>
                <a:ea typeface="Times New Roman" charset="0"/>
                <a:cs typeface="Times New Roman" charset="0"/>
              </a:rPr>
              <a:t>Patient </a:t>
            </a:r>
            <a:r>
              <a:rPr lang="en-US" sz="2400" i="1" dirty="0" smtClean="0">
                <a:latin typeface="Times New Roman" charset="0"/>
                <a:ea typeface="Times New Roman" charset="0"/>
                <a:cs typeface="Times New Roman" charset="0"/>
              </a:rPr>
              <a:t>Anna</a:t>
            </a:r>
            <a:r>
              <a:rPr lang="en-US" sz="2400" dirty="0" smtClean="0">
                <a:latin typeface="Times New Roman" charset="0"/>
                <a:ea typeface="Times New Roman" charset="0"/>
                <a:cs typeface="Times New Roman" charset="0"/>
              </a:rPr>
              <a:t> has the following admission </a:t>
            </a:r>
            <a:r>
              <a:rPr lang="en-US" sz="2400" dirty="0">
                <a:latin typeface="Times New Roman" charset="0"/>
                <a:ea typeface="Times New Roman" charset="0"/>
                <a:cs typeface="Times New Roman" charset="0"/>
              </a:rPr>
              <a:t>history. Given the </a:t>
            </a:r>
            <a:r>
              <a:rPr lang="en-US" sz="2400" dirty="0" smtClean="0">
                <a:latin typeface="Times New Roman" charset="0"/>
                <a:ea typeface="Times New Roman" charset="0"/>
                <a:cs typeface="Times New Roman" charset="0"/>
              </a:rPr>
              <a:t>history, </a:t>
            </a:r>
            <a:r>
              <a:rPr lang="en-US" sz="2400" dirty="0">
                <a:latin typeface="Times New Roman" charset="0"/>
                <a:ea typeface="Times New Roman" charset="0"/>
                <a:cs typeface="Times New Roman" charset="0"/>
              </a:rPr>
              <a:t>we need to predict whether she will be readmitted within 30 days, her length of stay and cost.</a:t>
            </a:r>
          </a:p>
          <a:p>
            <a:pPr marL="571500" lvl="2" indent="-571500">
              <a:buFont typeface="Arial" charset="0"/>
              <a:buChar char="•"/>
            </a:pPr>
            <a:endParaRPr lang="en-US" sz="2800" dirty="0" smtClean="0">
              <a:latin typeface="Times New Roman" charset="0"/>
              <a:ea typeface="Times New Roman" charset="0"/>
              <a:cs typeface="Times New Roman" charset="0"/>
            </a:endParaRPr>
          </a:p>
          <a:p>
            <a:pPr marL="571500" lvl="2" indent="-571500">
              <a:buFont typeface="Arial" charset="0"/>
              <a:buChar char="•"/>
            </a:pPr>
            <a:endParaRPr lang="en-US" sz="2800" dirty="0" smtClean="0">
              <a:latin typeface="Times New Roman" charset="0"/>
              <a:ea typeface="Times New Roman" charset="0"/>
              <a:cs typeface="Times New Roman" charset="0"/>
            </a:endParaRPr>
          </a:p>
          <a:p>
            <a:pPr marL="0" lvl="2" indent="0"/>
            <a:endParaRPr lang="en-US" sz="2800" dirty="0">
              <a:latin typeface="Times New Roman" charset="0"/>
              <a:ea typeface="Times New Roman" charset="0"/>
              <a:cs typeface="Times New Roman" charset="0"/>
            </a:endParaRPr>
          </a:p>
          <a:p>
            <a:pPr marL="0" lvl="2" indent="0"/>
            <a:endParaRPr lang="en-US" sz="2800" dirty="0">
              <a:latin typeface="Times New Roman" charset="0"/>
              <a:ea typeface="Times New Roman" charset="0"/>
              <a:cs typeface="Times New Roman" charset="0"/>
            </a:endParaRPr>
          </a:p>
          <a:p>
            <a:pPr marL="0" lvl="2" indent="0"/>
            <a:endParaRPr lang="en-US" sz="2800" dirty="0">
              <a:latin typeface="Times New Roman" charset="0"/>
              <a:ea typeface="Times New Roman" charset="0"/>
              <a:cs typeface="Times New Roman" charset="0"/>
            </a:endParaRPr>
          </a:p>
          <a:p>
            <a:pPr marL="0" lvl="2" indent="0"/>
            <a:endParaRPr lang="en-US" sz="2800" dirty="0">
              <a:latin typeface="Times New Roman" charset="0"/>
              <a:ea typeface="Times New Roman" charset="0"/>
              <a:cs typeface="Times New Roman" charset="0"/>
            </a:endParaRPr>
          </a:p>
          <a:p>
            <a:pPr marL="0" lvl="2" indent="0"/>
            <a:endParaRPr lang="en-US" sz="2800" dirty="0">
              <a:latin typeface="Times New Roman" charset="0"/>
              <a:ea typeface="Times New Roman" charset="0"/>
              <a:cs typeface="Times New Roman" charset="0"/>
            </a:endParaRPr>
          </a:p>
          <a:p>
            <a:pPr marL="0" lvl="2" indent="0"/>
            <a:endParaRPr lang="en-US" sz="2800" dirty="0">
              <a:latin typeface="Times New Roman" charset="0"/>
              <a:ea typeface="Times New Roman" charset="0"/>
              <a:cs typeface="Times New Roman" charset="0"/>
            </a:endParaRPr>
          </a:p>
          <a:p>
            <a:pPr marL="0" lvl="2" indent="0"/>
            <a:endParaRPr lang="en-US" sz="2800" dirty="0">
              <a:latin typeface="Times New Roman" charset="0"/>
              <a:ea typeface="Times New Roman" charset="0"/>
              <a:cs typeface="Times New Roman" charset="0"/>
            </a:endParaRPr>
          </a:p>
          <a:p>
            <a:pPr marL="0" lvl="2" indent="0"/>
            <a:endParaRPr lang="en-US" sz="3600" b="1" dirty="0">
              <a:latin typeface="Times New Roman" charset="0"/>
              <a:ea typeface="Times New Roman" charset="0"/>
              <a:cs typeface="Times New Roman" charset="0"/>
            </a:endParaRPr>
          </a:p>
          <a:p>
            <a:pPr marL="0" lvl="2" indent="0"/>
            <a:r>
              <a:rPr lang="en-US" sz="3600" b="1" dirty="0" smtClean="0">
                <a:latin typeface="Times New Roman" charset="0"/>
                <a:ea typeface="Times New Roman" charset="0"/>
                <a:cs typeface="Times New Roman" charset="0"/>
              </a:rPr>
              <a:t>Emphasis on Sequence Based Prediction:</a:t>
            </a:r>
            <a:endParaRPr lang="en-US" sz="3600" b="1" dirty="0">
              <a:latin typeface="Times New Roman" charset="0"/>
              <a:ea typeface="Times New Roman" charset="0"/>
              <a:cs typeface="Times New Roman" charset="0"/>
            </a:endParaRPr>
          </a:p>
          <a:p>
            <a:r>
              <a:rPr lang="en-US" sz="2800" dirty="0" smtClean="0">
                <a:latin typeface="Times New Roman" charset="0"/>
                <a:ea typeface="Times New Roman" charset="0"/>
                <a:cs typeface="Times New Roman" charset="0"/>
              </a:rPr>
              <a:t>Given a sequence of previous patient encounters (e.g</a:t>
            </a:r>
            <a:r>
              <a:rPr lang="en-US" sz="2800" dirty="0">
                <a:latin typeface="Times New Roman" charset="0"/>
                <a:ea typeface="Times New Roman" charset="0"/>
                <a:cs typeface="Times New Roman" charset="0"/>
              </a:rPr>
              <a:t>. hospital visits</a:t>
            </a:r>
            <a:r>
              <a:rPr lang="en-US" sz="2800" dirty="0" smtClean="0">
                <a:latin typeface="Times New Roman" charset="0"/>
                <a:ea typeface="Times New Roman" charset="0"/>
                <a:cs typeface="Times New Roman" charset="0"/>
              </a:rPr>
              <a:t>), </a:t>
            </a:r>
            <a:br>
              <a:rPr lang="en-US" sz="2800" dirty="0" smtClean="0">
                <a:latin typeface="Times New Roman" charset="0"/>
                <a:ea typeface="Times New Roman" charset="0"/>
                <a:cs typeface="Times New Roman" charset="0"/>
              </a:rPr>
            </a:br>
            <a:r>
              <a:rPr lang="en-US" sz="2800" dirty="0" smtClean="0">
                <a:latin typeface="Times New Roman" charset="0"/>
                <a:ea typeface="Times New Roman" charset="0"/>
                <a:cs typeface="Times New Roman" charset="0"/>
              </a:rPr>
              <a:t>predict </a:t>
            </a:r>
            <a:r>
              <a:rPr lang="en-US" sz="2800" dirty="0">
                <a:latin typeface="Times New Roman" charset="0"/>
                <a:ea typeface="Times New Roman" charset="0"/>
                <a:cs typeface="Times New Roman" charset="0"/>
              </a:rPr>
              <a:t>one or more </a:t>
            </a:r>
            <a:r>
              <a:rPr lang="en-US" sz="2800" dirty="0" smtClean="0">
                <a:latin typeface="Times New Roman" charset="0"/>
                <a:ea typeface="Times New Roman" charset="0"/>
                <a:cs typeface="Times New Roman" charset="0"/>
              </a:rPr>
              <a:t>aspects about </a:t>
            </a:r>
            <a:r>
              <a:rPr lang="en-US" sz="2800" dirty="0">
                <a:latin typeface="Times New Roman" charset="0"/>
                <a:ea typeface="Times New Roman" charset="0"/>
                <a:cs typeface="Times New Roman" charset="0"/>
              </a:rPr>
              <a:t>future encounters </a:t>
            </a:r>
            <a:r>
              <a:rPr lang="en-US" sz="2800" dirty="0" smtClean="0">
                <a:latin typeface="Times New Roman" charset="0"/>
                <a:ea typeface="Times New Roman" charset="0"/>
                <a:cs typeface="Times New Roman" charset="0"/>
              </a:rPr>
              <a:t>for </a:t>
            </a:r>
            <a:r>
              <a:rPr lang="en-US" sz="2800" dirty="0">
                <a:latin typeface="Times New Roman" charset="0"/>
                <a:ea typeface="Times New Roman" charset="0"/>
                <a:cs typeface="Times New Roman" charset="0"/>
              </a:rPr>
              <a:t>the same patient.</a:t>
            </a:r>
          </a:p>
        </p:txBody>
      </p:sp>
      <p:sp>
        <p:nvSpPr>
          <p:cNvPr id="104" name="runner band screen"/>
          <p:cNvSpPr/>
          <p:nvPr/>
        </p:nvSpPr>
        <p:spPr>
          <a:xfrm rot="21053951">
            <a:off x="3446380" y="25130142"/>
            <a:ext cx="82296" cy="82296"/>
          </a:xfrm>
          <a:prstGeom prst="round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C00000"/>
              </a:solidFill>
            </a:endParaRPr>
          </a:p>
        </p:txBody>
      </p:sp>
      <p:sp>
        <p:nvSpPr>
          <p:cNvPr id="55" name="top text to results"/>
          <p:cNvSpPr txBox="1"/>
          <p:nvPr/>
        </p:nvSpPr>
        <p:spPr>
          <a:xfrm>
            <a:off x="15563088" y="7924800"/>
            <a:ext cx="12765024" cy="20651807"/>
          </a:xfrm>
          <a:prstGeom prst="rect">
            <a:avLst/>
          </a:prstGeom>
          <a:noFill/>
        </p:spPr>
        <p:txBody>
          <a:bodyPr wrap="square" rtlCol="0">
            <a:spAutoFit/>
          </a:bodyPr>
          <a:lstStyle/>
          <a:p>
            <a:r>
              <a:rPr lang="en-US" sz="3600" b="1" dirty="0" smtClean="0">
                <a:latin typeface="Times New Roman" charset="0"/>
                <a:ea typeface="Times New Roman" charset="0"/>
                <a:cs typeface="Times New Roman" charset="0"/>
                <a:sym typeface="Wingdings" panose="05000000000000000000" pitchFamily="2" charset="2"/>
              </a:rPr>
              <a:t>Data:</a:t>
            </a:r>
          </a:p>
          <a:p>
            <a:pPr marL="571500" indent="-571500">
              <a:buFont typeface="Arial" charset="0"/>
              <a:buChar char="•"/>
            </a:pPr>
            <a:r>
              <a:rPr lang="en-US" sz="2400" dirty="0" smtClean="0">
                <a:latin typeface="Times New Roman" charset="0"/>
                <a:ea typeface="Times New Roman" charset="0"/>
                <a:cs typeface="Times New Roman" charset="0"/>
                <a:sym typeface="Wingdings" panose="05000000000000000000" pitchFamily="2" charset="2"/>
              </a:rPr>
              <a:t>OSHPD data from California-licensed hospitals where each row </a:t>
            </a:r>
          </a:p>
          <a:p>
            <a:r>
              <a:rPr lang="en-US" sz="2400" dirty="0" smtClean="0">
                <a:latin typeface="Times New Roman" charset="0"/>
                <a:ea typeface="Times New Roman" charset="0"/>
                <a:cs typeface="Times New Roman" charset="0"/>
                <a:sym typeface="Wingdings" panose="05000000000000000000" pitchFamily="2" charset="2"/>
              </a:rPr>
              <a:t>        corresponds to one admission record of a patient (2009-2013).</a:t>
            </a:r>
          </a:p>
          <a:p>
            <a:pPr marL="571500" indent="-571500">
              <a:buFont typeface="Arial" charset="0"/>
              <a:buChar char="•"/>
            </a:pPr>
            <a:r>
              <a:rPr lang="en-US" sz="2400" dirty="0" smtClean="0">
                <a:latin typeface="Times New Roman" charset="0"/>
                <a:ea typeface="Times New Roman" charset="0"/>
                <a:cs typeface="Times New Roman" charset="0"/>
                <a:sym typeface="Wingdings" panose="05000000000000000000" pitchFamily="2" charset="2"/>
              </a:rPr>
              <a:t>After preprocessing, we converted the original OSHPD data into </a:t>
            </a:r>
          </a:p>
          <a:p>
            <a:r>
              <a:rPr lang="en-US" sz="2400" dirty="0">
                <a:latin typeface="Times New Roman" charset="0"/>
                <a:ea typeface="Times New Roman" charset="0"/>
                <a:cs typeface="Times New Roman" charset="0"/>
                <a:sym typeface="Wingdings" panose="05000000000000000000" pitchFamily="2" charset="2"/>
              </a:rPr>
              <a:t> </a:t>
            </a:r>
            <a:r>
              <a:rPr lang="en-US" sz="2400" dirty="0" smtClean="0">
                <a:latin typeface="Times New Roman" charset="0"/>
                <a:ea typeface="Times New Roman" charset="0"/>
                <a:cs typeface="Times New Roman" charset="0"/>
                <a:sym typeface="Wingdings" panose="05000000000000000000" pitchFamily="2" charset="2"/>
              </a:rPr>
              <a:t>       sequences. The only input features used are the values of 30-Day, </a:t>
            </a:r>
          </a:p>
          <a:p>
            <a:r>
              <a:rPr lang="en-US" sz="2400" dirty="0">
                <a:latin typeface="Times New Roman" charset="0"/>
                <a:ea typeface="Times New Roman" charset="0"/>
                <a:cs typeface="Times New Roman" charset="0"/>
                <a:sym typeface="Wingdings" panose="05000000000000000000" pitchFamily="2" charset="2"/>
              </a:rPr>
              <a:t> </a:t>
            </a:r>
            <a:r>
              <a:rPr lang="en-US" sz="2400" dirty="0" smtClean="0">
                <a:latin typeface="Times New Roman" charset="0"/>
                <a:ea typeface="Times New Roman" charset="0"/>
                <a:cs typeface="Times New Roman" charset="0"/>
                <a:sym typeface="Wingdings" panose="05000000000000000000" pitchFamily="2" charset="2"/>
              </a:rPr>
              <a:t>       LOS and COST for all prior admissions of the same patient.</a:t>
            </a:r>
          </a:p>
          <a:p>
            <a:pPr marL="571500" indent="-571500">
              <a:buFont typeface="Arial" charset="0"/>
              <a:buChar char="•"/>
            </a:pPr>
            <a:r>
              <a:rPr lang="en-US" sz="2400" dirty="0" smtClean="0">
                <a:latin typeface="Times New Roman" charset="0"/>
                <a:ea typeface="Times New Roman" charset="0"/>
                <a:cs typeface="Times New Roman" charset="0"/>
                <a:sym typeface="Wingdings" panose="05000000000000000000" pitchFamily="2" charset="2"/>
              </a:rPr>
              <a:t>E.g.: For patient Anna (as mentioned earlier), while predicting risk of readmission(</a:t>
            </a:r>
            <a:r>
              <a:rPr lang="en-US" sz="2400" b="1" dirty="0" smtClean="0">
                <a:latin typeface="Times New Roman" charset="0"/>
                <a:ea typeface="Times New Roman" charset="0"/>
                <a:cs typeface="Times New Roman" charset="0"/>
                <a:sym typeface="Wingdings" panose="05000000000000000000" pitchFamily="2" charset="2"/>
              </a:rPr>
              <a:t>30-Day</a:t>
            </a:r>
            <a:r>
              <a:rPr lang="en-US" sz="2400" dirty="0" smtClean="0">
                <a:latin typeface="Times New Roman" charset="0"/>
                <a:ea typeface="Times New Roman" charset="0"/>
                <a:cs typeface="Times New Roman" charset="0"/>
                <a:sym typeface="Wingdings" panose="05000000000000000000" pitchFamily="2" charset="2"/>
              </a:rPr>
              <a:t>), we convert her admission records to a sequence of the form: </a:t>
            </a:r>
            <a:r>
              <a:rPr lang="en-US" sz="2400" b="1" dirty="0" smtClean="0">
                <a:latin typeface="Times New Roman" charset="0"/>
                <a:ea typeface="Times New Roman" charset="0"/>
                <a:cs typeface="Times New Roman" charset="0"/>
                <a:sym typeface="Wingdings" panose="05000000000000000000" pitchFamily="2" charset="2"/>
              </a:rPr>
              <a:t>‘0, 0, 1, 0, 1’</a:t>
            </a:r>
            <a:r>
              <a:rPr lang="en-US" sz="2400" dirty="0" smtClean="0">
                <a:latin typeface="Times New Roman" charset="0"/>
                <a:ea typeface="Times New Roman" charset="0"/>
                <a:cs typeface="Times New Roman" charset="0"/>
                <a:sym typeface="Wingdings" panose="05000000000000000000" pitchFamily="2" charset="2"/>
              </a:rPr>
              <a:t>.</a:t>
            </a:r>
            <a:r>
              <a:rPr lang="en-US" sz="2400" b="1" dirty="0" smtClean="0">
                <a:latin typeface="Times New Roman" charset="0"/>
                <a:ea typeface="Times New Roman" charset="0"/>
                <a:cs typeface="Times New Roman" charset="0"/>
                <a:sym typeface="Wingdings" panose="05000000000000000000" pitchFamily="2" charset="2"/>
              </a:rPr>
              <a:t> </a:t>
            </a:r>
            <a:r>
              <a:rPr lang="en-US" sz="2400" dirty="0" smtClean="0">
                <a:latin typeface="Times New Roman" charset="0"/>
                <a:ea typeface="Times New Roman" charset="0"/>
                <a:cs typeface="Times New Roman" charset="0"/>
                <a:sym typeface="Wingdings" panose="05000000000000000000" pitchFamily="2" charset="2"/>
              </a:rPr>
              <a:t>This symbolizes that the patient has </a:t>
            </a:r>
            <a:r>
              <a:rPr lang="en-US" sz="2400" b="1" dirty="0" smtClean="0">
                <a:latin typeface="Times New Roman" charset="0"/>
                <a:ea typeface="Times New Roman" charset="0"/>
                <a:cs typeface="Times New Roman" charset="0"/>
                <a:sym typeface="Wingdings" panose="05000000000000000000" pitchFamily="2" charset="2"/>
              </a:rPr>
              <a:t>5 hospital admissions, 2 of which were within 30 days</a:t>
            </a:r>
            <a:r>
              <a:rPr lang="en-US" sz="2400" dirty="0" smtClean="0">
                <a:latin typeface="Times New Roman" charset="0"/>
                <a:ea typeface="Times New Roman" charset="0"/>
                <a:cs typeface="Times New Roman" charset="0"/>
                <a:sym typeface="Wingdings" panose="05000000000000000000" pitchFamily="2" charset="2"/>
              </a:rPr>
              <a:t>. Similarly, we create sequences for </a:t>
            </a:r>
            <a:r>
              <a:rPr lang="en-US" sz="2400" b="1" dirty="0" smtClean="0">
                <a:latin typeface="Times New Roman" charset="0"/>
                <a:ea typeface="Times New Roman" charset="0"/>
                <a:cs typeface="Times New Roman" charset="0"/>
                <a:sym typeface="Wingdings" panose="05000000000000000000" pitchFamily="2" charset="2"/>
              </a:rPr>
              <a:t>LOS, namely</a:t>
            </a:r>
            <a:r>
              <a:rPr lang="en-US" sz="2400" dirty="0" smtClean="0">
                <a:latin typeface="Times New Roman" charset="0"/>
                <a:ea typeface="Times New Roman" charset="0"/>
                <a:cs typeface="Times New Roman" charset="0"/>
                <a:sym typeface="Wingdings" panose="05000000000000000000" pitchFamily="2" charset="2"/>
              </a:rPr>
              <a:t> ‘</a:t>
            </a:r>
            <a:r>
              <a:rPr lang="en-US" sz="2400" b="1" dirty="0" smtClean="0">
                <a:latin typeface="Times New Roman" charset="0"/>
                <a:ea typeface="Times New Roman" charset="0"/>
                <a:cs typeface="Times New Roman" charset="0"/>
                <a:sym typeface="Wingdings" panose="05000000000000000000" pitchFamily="2" charset="2"/>
              </a:rPr>
              <a:t>4, 2, 4, 1, 6</a:t>
            </a:r>
            <a:r>
              <a:rPr lang="en-US" sz="2400" dirty="0" smtClean="0">
                <a:latin typeface="Times New Roman" charset="0"/>
                <a:ea typeface="Times New Roman" charset="0"/>
                <a:cs typeface="Times New Roman" charset="0"/>
                <a:sym typeface="Wingdings" panose="05000000000000000000" pitchFamily="2" charset="2"/>
              </a:rPr>
              <a:t>’, and for </a:t>
            </a:r>
            <a:r>
              <a:rPr lang="en-US" sz="2400" b="1" dirty="0" smtClean="0">
                <a:latin typeface="Times New Roman" charset="0"/>
                <a:ea typeface="Times New Roman" charset="0"/>
                <a:cs typeface="Times New Roman" charset="0"/>
                <a:sym typeface="Wingdings" panose="05000000000000000000" pitchFamily="2" charset="2"/>
              </a:rPr>
              <a:t>cost, namely </a:t>
            </a:r>
            <a:r>
              <a:rPr lang="en-US" sz="2400" dirty="0" smtClean="0">
                <a:latin typeface="Times New Roman" charset="0"/>
                <a:ea typeface="Times New Roman" charset="0"/>
                <a:cs typeface="Times New Roman" charset="0"/>
                <a:sym typeface="Wingdings" panose="05000000000000000000" pitchFamily="2" charset="2"/>
              </a:rPr>
              <a:t>‘</a:t>
            </a:r>
            <a:r>
              <a:rPr lang="en-US" sz="2400" b="1" dirty="0" smtClean="0">
                <a:latin typeface="Times New Roman" charset="0"/>
                <a:ea typeface="Times New Roman" charset="0"/>
                <a:cs typeface="Times New Roman" charset="0"/>
                <a:sym typeface="Wingdings" panose="05000000000000000000" pitchFamily="2" charset="2"/>
              </a:rPr>
              <a:t>4, 3, 3, 1, 4</a:t>
            </a:r>
            <a:r>
              <a:rPr lang="en-US" sz="2400" dirty="0" smtClean="0">
                <a:latin typeface="Times New Roman" charset="0"/>
                <a:ea typeface="Times New Roman" charset="0"/>
                <a:cs typeface="Times New Roman" charset="0"/>
                <a:sym typeface="Wingdings" panose="05000000000000000000" pitchFamily="2" charset="2"/>
              </a:rPr>
              <a:t>’.</a:t>
            </a:r>
          </a:p>
          <a:p>
            <a:pPr marL="571500" indent="-571500">
              <a:buFont typeface="Arial" charset="0"/>
              <a:buChar char="•"/>
            </a:pPr>
            <a:r>
              <a:rPr lang="en-US" sz="2400" dirty="0" smtClean="0">
                <a:latin typeface="Times New Roman" charset="0"/>
                <a:ea typeface="Times New Roman" charset="0"/>
                <a:cs typeface="Times New Roman" charset="0"/>
                <a:sym typeface="Wingdings" panose="05000000000000000000" pitchFamily="2" charset="2"/>
              </a:rPr>
              <a:t>The OSHPD data has actual LOS and COST values as shown in Anna’s admission history. We convert those values to symbols as shown in the table below.</a:t>
            </a:r>
          </a:p>
          <a:p>
            <a:pPr marL="571500" indent="-571500">
              <a:buFont typeface="Arial" charset="0"/>
              <a:buChar char="•"/>
            </a:pPr>
            <a:endParaRPr lang="en-US" sz="2800" dirty="0" smtClean="0">
              <a:latin typeface="Times New Roman" charset="0"/>
              <a:ea typeface="Times New Roman" charset="0"/>
              <a:cs typeface="Times New Roman" charset="0"/>
              <a:sym typeface="Wingdings" panose="05000000000000000000" pitchFamily="2" charset="2"/>
            </a:endParaRPr>
          </a:p>
          <a:p>
            <a:endParaRPr lang="en-US" sz="3600" dirty="0" smtClean="0">
              <a:latin typeface="Times New Roman" charset="0"/>
              <a:ea typeface="Times New Roman" charset="0"/>
              <a:cs typeface="Times New Roman" charset="0"/>
              <a:sym typeface="Wingdings" panose="05000000000000000000" pitchFamily="2" charset="2"/>
            </a:endParaRPr>
          </a:p>
          <a:p>
            <a:endParaRPr lang="en-US" sz="3600" dirty="0">
              <a:latin typeface="Times New Roman" charset="0"/>
              <a:ea typeface="Times New Roman" charset="0"/>
              <a:cs typeface="Times New Roman" charset="0"/>
              <a:sym typeface="Wingdings" panose="05000000000000000000" pitchFamily="2" charset="2"/>
            </a:endParaRPr>
          </a:p>
          <a:p>
            <a:endParaRPr lang="en-US" sz="3600" dirty="0" smtClean="0">
              <a:latin typeface="Times New Roman" charset="0"/>
              <a:ea typeface="Times New Roman" charset="0"/>
              <a:cs typeface="Times New Roman" charset="0"/>
              <a:sym typeface="Wingdings" panose="05000000000000000000" pitchFamily="2" charset="2"/>
            </a:endParaRPr>
          </a:p>
          <a:p>
            <a:endParaRPr lang="en-US" sz="3600" dirty="0">
              <a:latin typeface="Times New Roman" charset="0"/>
              <a:ea typeface="Times New Roman" charset="0"/>
              <a:cs typeface="Times New Roman" charset="0"/>
              <a:sym typeface="Wingdings" panose="05000000000000000000" pitchFamily="2" charset="2"/>
            </a:endParaRPr>
          </a:p>
          <a:p>
            <a:endParaRPr lang="en-US" sz="3600" dirty="0" smtClean="0">
              <a:latin typeface="Times New Roman" charset="0"/>
              <a:ea typeface="Times New Roman" charset="0"/>
              <a:cs typeface="Times New Roman" charset="0"/>
              <a:sym typeface="Wingdings" panose="05000000000000000000" pitchFamily="2" charset="2"/>
            </a:endParaRPr>
          </a:p>
          <a:p>
            <a:endParaRPr lang="en-US" sz="3600" b="1" dirty="0" smtClean="0">
              <a:latin typeface="Times New Roman" charset="0"/>
              <a:ea typeface="Times New Roman" charset="0"/>
              <a:cs typeface="Times New Roman" charset="0"/>
              <a:sym typeface="Wingdings" panose="05000000000000000000" pitchFamily="2" charset="2"/>
            </a:endParaRPr>
          </a:p>
          <a:p>
            <a:endParaRPr lang="en-US" sz="3600" b="1" dirty="0" smtClean="0">
              <a:latin typeface="Times New Roman" charset="0"/>
              <a:ea typeface="Times New Roman" charset="0"/>
              <a:cs typeface="Times New Roman" charset="0"/>
              <a:sym typeface="Wingdings" panose="05000000000000000000" pitchFamily="2" charset="2"/>
            </a:endParaRPr>
          </a:p>
          <a:p>
            <a:r>
              <a:rPr lang="en-US" sz="3600" b="1" dirty="0" smtClean="0">
                <a:latin typeface="Times New Roman" charset="0"/>
                <a:ea typeface="Times New Roman" charset="0"/>
                <a:cs typeface="Times New Roman" charset="0"/>
                <a:sym typeface="Wingdings" panose="05000000000000000000" pitchFamily="2" charset="2"/>
              </a:rPr>
              <a:t>Data Statistics:</a:t>
            </a:r>
          </a:p>
          <a:p>
            <a:endParaRPr lang="en-US" sz="3600" b="1" dirty="0">
              <a:latin typeface="Times New Roman" charset="0"/>
              <a:ea typeface="Times New Roman" charset="0"/>
              <a:cs typeface="Times New Roman" charset="0"/>
              <a:sym typeface="Wingdings" panose="05000000000000000000" pitchFamily="2" charset="2"/>
            </a:endParaRPr>
          </a:p>
          <a:p>
            <a:endParaRPr lang="en-US" sz="3600" b="1" dirty="0" smtClean="0">
              <a:latin typeface="Times New Roman" charset="0"/>
              <a:ea typeface="Times New Roman" charset="0"/>
              <a:cs typeface="Times New Roman" charset="0"/>
              <a:sym typeface="Wingdings" panose="05000000000000000000" pitchFamily="2" charset="2"/>
            </a:endParaRPr>
          </a:p>
          <a:p>
            <a:endParaRPr lang="en-US" sz="3600" b="1" dirty="0">
              <a:latin typeface="Times New Roman" charset="0"/>
              <a:ea typeface="Times New Roman" charset="0"/>
              <a:cs typeface="Times New Roman" charset="0"/>
              <a:sym typeface="Wingdings" panose="05000000000000000000" pitchFamily="2" charset="2"/>
            </a:endParaRPr>
          </a:p>
          <a:p>
            <a:endParaRPr lang="en-US" sz="3600" b="1" dirty="0" smtClean="0">
              <a:latin typeface="Times New Roman" charset="0"/>
              <a:ea typeface="Times New Roman" charset="0"/>
              <a:cs typeface="Times New Roman" charset="0"/>
              <a:sym typeface="Wingdings" panose="05000000000000000000" pitchFamily="2" charset="2"/>
            </a:endParaRPr>
          </a:p>
          <a:p>
            <a:endParaRPr lang="en-US" sz="3600" b="1" dirty="0">
              <a:latin typeface="Times New Roman" charset="0"/>
              <a:ea typeface="Times New Roman" charset="0"/>
              <a:cs typeface="Times New Roman" charset="0"/>
              <a:sym typeface="Wingdings" panose="05000000000000000000" pitchFamily="2" charset="2"/>
            </a:endParaRPr>
          </a:p>
          <a:p>
            <a:endParaRPr lang="en-US" sz="3600" b="1" dirty="0" smtClean="0">
              <a:latin typeface="Times New Roman" charset="0"/>
              <a:ea typeface="Times New Roman" charset="0"/>
              <a:cs typeface="Times New Roman" charset="0"/>
              <a:sym typeface="Wingdings" panose="05000000000000000000" pitchFamily="2" charset="2"/>
            </a:endParaRPr>
          </a:p>
          <a:p>
            <a:r>
              <a:rPr lang="en-US" sz="3600" b="1" dirty="0" smtClean="0">
                <a:latin typeface="Times New Roman" charset="0"/>
                <a:ea typeface="Times New Roman" charset="0"/>
                <a:cs typeface="Times New Roman" charset="0"/>
                <a:sym typeface="Wingdings" panose="05000000000000000000" pitchFamily="2" charset="2"/>
              </a:rPr>
              <a:t>N-gram method:</a:t>
            </a:r>
          </a:p>
          <a:p>
            <a:pPr marL="571500" indent="-571500">
              <a:buFont typeface="Arial" charset="0"/>
              <a:buChar char="•"/>
            </a:pPr>
            <a:r>
              <a:rPr lang="en-US" sz="2400" dirty="0" smtClean="0">
                <a:latin typeface="Times New Roman" charset="0"/>
                <a:ea typeface="Times New Roman" charset="0"/>
                <a:cs typeface="Times New Roman" charset="0"/>
              </a:rPr>
              <a:t>We </a:t>
            </a:r>
            <a:r>
              <a:rPr lang="en-US" sz="2400" dirty="0">
                <a:latin typeface="Times New Roman" charset="0"/>
                <a:ea typeface="Times New Roman" charset="0"/>
                <a:cs typeface="Times New Roman" charset="0"/>
              </a:rPr>
              <a:t>add the symbol -1 in front of all the training </a:t>
            </a:r>
            <a:r>
              <a:rPr lang="en-US" sz="2400" dirty="0" smtClean="0">
                <a:latin typeface="Times New Roman" charset="0"/>
                <a:ea typeface="Times New Roman" charset="0"/>
                <a:cs typeface="Times New Roman" charset="0"/>
              </a:rPr>
              <a:t>and test </a:t>
            </a:r>
            <a:r>
              <a:rPr lang="en-US" sz="2400" dirty="0">
                <a:latin typeface="Times New Roman" charset="0"/>
                <a:ea typeface="Times New Roman" charset="0"/>
                <a:cs typeface="Times New Roman" charset="0"/>
              </a:rPr>
              <a:t>sequences to mark the beginning of a </a:t>
            </a:r>
            <a:r>
              <a:rPr lang="en-US" sz="2400" dirty="0" smtClean="0">
                <a:latin typeface="Times New Roman" charset="0"/>
                <a:ea typeface="Times New Roman" charset="0"/>
                <a:cs typeface="Times New Roman" charset="0"/>
              </a:rPr>
              <a:t>sequence.</a:t>
            </a:r>
          </a:p>
          <a:p>
            <a:pPr marL="571500" indent="-571500">
              <a:buFont typeface="Arial" charset="0"/>
              <a:buChar char="•"/>
            </a:pPr>
            <a:r>
              <a:rPr lang="en-US" sz="2400" b="1" dirty="0" smtClean="0">
                <a:latin typeface="Times New Roman" charset="0"/>
                <a:ea typeface="Times New Roman" charset="0"/>
                <a:cs typeface="Times New Roman" charset="0"/>
              </a:rPr>
              <a:t>TRAINING</a:t>
            </a:r>
            <a:r>
              <a:rPr lang="en-US" sz="2400" dirty="0" smtClean="0">
                <a:latin typeface="Times New Roman" charset="0"/>
                <a:ea typeface="Times New Roman" charset="0"/>
                <a:cs typeface="Times New Roman" charset="0"/>
              </a:rPr>
              <a:t>: The </a:t>
            </a:r>
            <a:r>
              <a:rPr lang="en-US" sz="2400" dirty="0">
                <a:latin typeface="Times New Roman" charset="0"/>
                <a:ea typeface="Times New Roman" charset="0"/>
                <a:cs typeface="Times New Roman" charset="0"/>
              </a:rPr>
              <a:t>frequencies of all possible grams (</a:t>
            </a:r>
            <a:r>
              <a:rPr lang="en-US" sz="2400" dirty="0" smtClean="0">
                <a:latin typeface="Times New Roman" charset="0"/>
                <a:ea typeface="Times New Roman" charset="0"/>
                <a:cs typeface="Times New Roman" charset="0"/>
              </a:rPr>
              <a:t>1-gram,2-gram</a:t>
            </a:r>
            <a:r>
              <a:rPr lang="en-US" sz="2400" dirty="0">
                <a:latin typeface="Times New Roman" charset="0"/>
                <a:ea typeface="Times New Roman" charset="0"/>
                <a:cs typeface="Times New Roman" charset="0"/>
              </a:rPr>
              <a:t>, etc.) in the training sequences are computed and </a:t>
            </a:r>
            <a:r>
              <a:rPr lang="en-US" sz="2400" dirty="0" smtClean="0">
                <a:latin typeface="Times New Roman" charset="0"/>
                <a:ea typeface="Times New Roman" charset="0"/>
                <a:cs typeface="Times New Roman" charset="0"/>
              </a:rPr>
              <a:t>stored in </a:t>
            </a:r>
            <a:r>
              <a:rPr lang="en-US" sz="2400" dirty="0">
                <a:latin typeface="Times New Roman" charset="0"/>
                <a:ea typeface="Times New Roman" charset="0"/>
                <a:cs typeface="Times New Roman" charset="0"/>
              </a:rPr>
              <a:t>a dictionary. </a:t>
            </a:r>
            <a:r>
              <a:rPr lang="en-US" sz="2400" dirty="0" smtClean="0">
                <a:latin typeface="Times New Roman" charset="0"/>
                <a:ea typeface="Times New Roman" charset="0"/>
                <a:cs typeface="Times New Roman" charset="0"/>
              </a:rPr>
              <a:t>E.g</a:t>
            </a:r>
            <a:r>
              <a:rPr lang="en-US" sz="2400" dirty="0">
                <a:latin typeface="Times New Roman" charset="0"/>
                <a:ea typeface="Times New Roman" charset="0"/>
                <a:cs typeface="Times New Roman" charset="0"/>
              </a:rPr>
              <a:t>. the training sequence </a:t>
            </a:r>
            <a:r>
              <a:rPr lang="en-US" sz="2400" dirty="0" smtClean="0">
                <a:latin typeface="Times New Roman" charset="0"/>
                <a:ea typeface="Times New Roman" charset="0"/>
                <a:cs typeface="Times New Roman" charset="0"/>
              </a:rPr>
              <a:t>‘-</a:t>
            </a:r>
            <a:r>
              <a:rPr lang="en-US" sz="2400" dirty="0">
                <a:latin typeface="Times New Roman" charset="0"/>
                <a:ea typeface="Times New Roman" charset="0"/>
                <a:cs typeface="Times New Roman" charset="0"/>
              </a:rPr>
              <a:t>1, 2, 1, 0, 3, 2, </a:t>
            </a:r>
            <a:r>
              <a:rPr lang="en-US" sz="2400" dirty="0" smtClean="0">
                <a:latin typeface="Times New Roman" charset="0"/>
                <a:ea typeface="Times New Roman" charset="0"/>
                <a:cs typeface="Times New Roman" charset="0"/>
              </a:rPr>
              <a:t>0’ will lead </a:t>
            </a:r>
            <a:r>
              <a:rPr lang="en-US" sz="2400" dirty="0">
                <a:latin typeface="Times New Roman" charset="0"/>
                <a:ea typeface="Times New Roman" charset="0"/>
                <a:cs typeface="Times New Roman" charset="0"/>
              </a:rPr>
              <a:t>to the following frequency </a:t>
            </a:r>
            <a:r>
              <a:rPr lang="en-US" sz="2400" dirty="0" smtClean="0">
                <a:latin typeface="Times New Roman" charset="0"/>
                <a:ea typeface="Times New Roman" charset="0"/>
                <a:cs typeface="Times New Roman" charset="0"/>
              </a:rPr>
              <a:t>increments (3gram approach): </a:t>
            </a:r>
            <a:r>
              <a:rPr lang="en-US" sz="2400" dirty="0">
                <a:latin typeface="Times New Roman" charset="0"/>
                <a:ea typeface="Times New Roman" charset="0"/>
                <a:cs typeface="Times New Roman" charset="0"/>
              </a:rPr>
              <a:t>(-1):1, (2):2, (1):1</a:t>
            </a:r>
            <a:r>
              <a:rPr lang="en-US" sz="2400" dirty="0" smtClean="0">
                <a:latin typeface="Times New Roman" charset="0"/>
                <a:ea typeface="Times New Roman" charset="0"/>
                <a:cs typeface="Times New Roman" charset="0"/>
              </a:rPr>
              <a:t>,(</a:t>
            </a:r>
            <a:r>
              <a:rPr lang="en-US" sz="2400" dirty="0">
                <a:latin typeface="Times New Roman" charset="0"/>
                <a:ea typeface="Times New Roman" charset="0"/>
                <a:cs typeface="Times New Roman" charset="0"/>
              </a:rPr>
              <a:t>0):2, (3):1, (-1,2):1, (2,1):1, (1,0):1, (0,3):1, (3,2):1, (2,0):1, </a:t>
            </a:r>
            <a:r>
              <a:rPr lang="en-US" sz="2400" dirty="0" smtClean="0">
                <a:latin typeface="Times New Roman" charset="0"/>
                <a:ea typeface="Times New Roman" charset="0"/>
                <a:cs typeface="Times New Roman" charset="0"/>
              </a:rPr>
              <a:t>(-1,2,1</a:t>
            </a:r>
            <a:r>
              <a:rPr lang="en-US" sz="2400" dirty="0">
                <a:latin typeface="Times New Roman" charset="0"/>
                <a:ea typeface="Times New Roman" charset="0"/>
                <a:cs typeface="Times New Roman" charset="0"/>
              </a:rPr>
              <a:t>): 1, (2,1,0):1, (1,0,3):1, (0,3,2):1, (3,2,0):</a:t>
            </a:r>
            <a:r>
              <a:rPr lang="en-US" sz="2400" dirty="0" smtClean="0">
                <a:latin typeface="Times New Roman" charset="0"/>
                <a:ea typeface="Times New Roman" charset="0"/>
                <a:cs typeface="Times New Roman" charset="0"/>
              </a:rPr>
              <a:t>1</a:t>
            </a:r>
          </a:p>
          <a:p>
            <a:pPr marL="571500" indent="-571500">
              <a:buFont typeface="Arial" charset="0"/>
              <a:buChar char="•"/>
            </a:pPr>
            <a:r>
              <a:rPr lang="en-US" sz="2400" b="1" dirty="0" smtClean="0">
                <a:latin typeface="Times New Roman" charset="0"/>
                <a:ea typeface="Times New Roman" charset="0"/>
                <a:cs typeface="Times New Roman" charset="0"/>
              </a:rPr>
              <a:t>TESTING</a:t>
            </a:r>
            <a:r>
              <a:rPr lang="en-US" sz="2400" dirty="0" smtClean="0">
                <a:latin typeface="Times New Roman" charset="0"/>
                <a:ea typeface="Times New Roman" charset="0"/>
                <a:cs typeface="Times New Roman" charset="0"/>
              </a:rPr>
              <a:t>: Given the last M symbols (a</a:t>
            </a:r>
            <a:r>
              <a:rPr lang="en-US" sz="2400" baseline="-25000" dirty="0" smtClean="0">
                <a:latin typeface="Times New Roman" charset="0"/>
                <a:ea typeface="Times New Roman" charset="0"/>
                <a:cs typeface="Times New Roman" charset="0"/>
              </a:rPr>
              <a:t>1</a:t>
            </a:r>
            <a:r>
              <a:rPr lang="en-US" sz="2400" dirty="0" smtClean="0">
                <a:latin typeface="Times New Roman" charset="0"/>
                <a:ea typeface="Times New Roman" charset="0"/>
                <a:cs typeface="Times New Roman" charset="0"/>
              </a:rPr>
              <a:t>, a</a:t>
            </a:r>
            <a:r>
              <a:rPr lang="en-US" sz="2400" baseline="-25000" dirty="0" smtClean="0">
                <a:latin typeface="Times New Roman" charset="0"/>
                <a:ea typeface="Times New Roman" charset="0"/>
                <a:cs typeface="Times New Roman" charset="0"/>
              </a:rPr>
              <a:t>2</a:t>
            </a:r>
            <a:r>
              <a:rPr lang="en-US" sz="2400" dirty="0" smtClean="0">
                <a:latin typeface="Times New Roman" charset="0"/>
                <a:ea typeface="Times New Roman" charset="0"/>
                <a:cs typeface="Times New Roman" charset="0"/>
              </a:rPr>
              <a:t>…</a:t>
            </a:r>
            <a:r>
              <a:rPr lang="en-US" sz="2400" dirty="0" err="1" smtClean="0">
                <a:latin typeface="Times New Roman" charset="0"/>
                <a:ea typeface="Times New Roman" charset="0"/>
                <a:cs typeface="Times New Roman" charset="0"/>
              </a:rPr>
              <a:t>a</a:t>
            </a:r>
            <a:r>
              <a:rPr lang="en-US" sz="2400" baseline="-25000" dirty="0" err="1" smtClean="0">
                <a:latin typeface="Times New Roman" charset="0"/>
                <a:ea typeface="Times New Roman" charset="0"/>
                <a:cs typeface="Times New Roman" charset="0"/>
              </a:rPr>
              <a:t>M</a:t>
            </a:r>
            <a:r>
              <a:rPr lang="en-US" sz="2400" dirty="0" smtClean="0">
                <a:latin typeface="Times New Roman" charset="0"/>
                <a:ea typeface="Times New Roman" charset="0"/>
                <a:cs typeface="Times New Roman" charset="0"/>
              </a:rPr>
              <a:t>), we look up the most frequent M+1 gram (3-gram </a:t>
            </a:r>
            <a:r>
              <a:rPr lang="en-US" sz="2400" dirty="0">
                <a:latin typeface="Times New Roman" charset="0"/>
                <a:ea typeface="Times New Roman" charset="0"/>
                <a:cs typeface="Times New Roman" charset="0"/>
              </a:rPr>
              <a:t>a</a:t>
            </a:r>
            <a:r>
              <a:rPr lang="en-US" sz="2400" dirty="0" smtClean="0">
                <a:latin typeface="Times New Roman" charset="0"/>
                <a:ea typeface="Times New Roman" charset="0"/>
                <a:cs typeface="Times New Roman" charset="0"/>
              </a:rPr>
              <a:t>pproach in this case) (a</a:t>
            </a:r>
            <a:r>
              <a:rPr lang="en-US" sz="2400" baseline="-25000" dirty="0" smtClean="0">
                <a:latin typeface="Times New Roman" charset="0"/>
                <a:ea typeface="Times New Roman" charset="0"/>
                <a:cs typeface="Times New Roman" charset="0"/>
              </a:rPr>
              <a:t>1</a:t>
            </a:r>
            <a:r>
              <a:rPr lang="en-US" sz="2400" dirty="0" smtClean="0">
                <a:latin typeface="Times New Roman" charset="0"/>
                <a:ea typeface="Times New Roman" charset="0"/>
                <a:cs typeface="Times New Roman" charset="0"/>
              </a:rPr>
              <a:t>, a</a:t>
            </a:r>
            <a:r>
              <a:rPr lang="en-US" sz="2400" baseline="-25000" dirty="0" smtClean="0">
                <a:latin typeface="Times New Roman" charset="0"/>
                <a:ea typeface="Times New Roman" charset="0"/>
                <a:cs typeface="Times New Roman" charset="0"/>
              </a:rPr>
              <a:t>2</a:t>
            </a:r>
            <a:r>
              <a:rPr lang="en-US" sz="2400" dirty="0" smtClean="0">
                <a:latin typeface="Times New Roman" charset="0"/>
                <a:ea typeface="Times New Roman" charset="0"/>
                <a:cs typeface="Times New Roman" charset="0"/>
              </a:rPr>
              <a:t>….</a:t>
            </a:r>
            <a:r>
              <a:rPr lang="en-US" sz="2400" dirty="0" err="1" smtClean="0">
                <a:latin typeface="Times New Roman" charset="0"/>
                <a:ea typeface="Times New Roman" charset="0"/>
                <a:cs typeface="Times New Roman" charset="0"/>
              </a:rPr>
              <a:t>a</a:t>
            </a:r>
            <a:r>
              <a:rPr lang="en-US" sz="2400" baseline="-25000" dirty="0" err="1" smtClean="0">
                <a:latin typeface="Times New Roman" charset="0"/>
                <a:ea typeface="Times New Roman" charset="0"/>
                <a:cs typeface="Times New Roman" charset="0"/>
              </a:rPr>
              <a:t>M</a:t>
            </a:r>
            <a:r>
              <a:rPr lang="en-US" sz="2400" dirty="0" smtClean="0">
                <a:latin typeface="Times New Roman" charset="0"/>
                <a:ea typeface="Times New Roman" charset="0"/>
                <a:cs typeface="Times New Roman" charset="0"/>
              </a:rPr>
              <a:t>, b) and predict b as the next symbol in the sequence</a:t>
            </a:r>
            <a:r>
              <a:rPr lang="en-US" sz="2000" dirty="0" smtClean="0">
                <a:latin typeface="Times New Roman" charset="0"/>
                <a:ea typeface="Times New Roman" charset="0"/>
                <a:cs typeface="Times New Roman" charset="0"/>
              </a:rPr>
              <a:t>.</a:t>
            </a:r>
          </a:p>
          <a:p>
            <a:endParaRPr lang="en-US" sz="3600" dirty="0" smtClean="0">
              <a:latin typeface="Times New Roman" charset="0"/>
              <a:ea typeface="Times New Roman" charset="0"/>
              <a:cs typeface="Times New Roman" charset="0"/>
            </a:endParaRPr>
          </a:p>
          <a:p>
            <a:r>
              <a:rPr lang="en-US" sz="3600" b="1" dirty="0" smtClean="0">
                <a:latin typeface="Times New Roman" charset="0"/>
                <a:ea typeface="Times New Roman" charset="0"/>
                <a:cs typeface="Times New Roman" charset="0"/>
              </a:rPr>
              <a:t>Hidden Markov Model (HMM):</a:t>
            </a:r>
          </a:p>
          <a:p>
            <a:pPr marL="342900" indent="-342900">
              <a:buFont typeface="Arial" charset="0"/>
              <a:buChar char="•"/>
            </a:pPr>
            <a:r>
              <a:rPr lang="en-US" sz="2400" dirty="0" smtClean="0">
                <a:latin typeface="Times New Roman" charset="0"/>
                <a:ea typeface="Times New Roman" charset="0"/>
                <a:cs typeface="Times New Roman" charset="0"/>
              </a:rPr>
              <a:t>HMM is a</a:t>
            </a:r>
            <a:r>
              <a:rPr lang="en-US" sz="2400" dirty="0">
                <a:latin typeface="Times New Roman" charset="0"/>
                <a:ea typeface="Times New Roman" charset="0"/>
                <a:cs typeface="Times New Roman" charset="0"/>
              </a:rPr>
              <a:t> </a:t>
            </a:r>
            <a:r>
              <a:rPr lang="en-US" sz="2400" dirty="0" smtClean="0">
                <a:latin typeface="Times New Roman" charset="0"/>
                <a:ea typeface="Times New Roman" charset="0"/>
                <a:cs typeface="Times New Roman" charset="0"/>
              </a:rPr>
              <a:t>statistical Markov Model</a:t>
            </a:r>
            <a:r>
              <a:rPr lang="en-US" sz="2400" dirty="0">
                <a:latin typeface="Times New Roman" charset="0"/>
                <a:ea typeface="Times New Roman" charset="0"/>
                <a:cs typeface="Times New Roman" charset="0"/>
              </a:rPr>
              <a:t> in which the </a:t>
            </a:r>
            <a:r>
              <a:rPr lang="en-US" sz="2400" dirty="0" smtClean="0">
                <a:latin typeface="Times New Roman" charset="0"/>
                <a:ea typeface="Times New Roman" charset="0"/>
                <a:cs typeface="Times New Roman" charset="0"/>
              </a:rPr>
              <a:t>system being</a:t>
            </a:r>
          </a:p>
          <a:p>
            <a:r>
              <a:rPr lang="en-US" sz="2400" dirty="0">
                <a:latin typeface="Times New Roman" charset="0"/>
                <a:ea typeface="Times New Roman" charset="0"/>
                <a:cs typeface="Times New Roman" charset="0"/>
              </a:rPr>
              <a:t> </a:t>
            </a:r>
            <a:r>
              <a:rPr lang="en-US" sz="2400" dirty="0" smtClean="0">
                <a:latin typeface="Times New Roman" charset="0"/>
                <a:ea typeface="Times New Roman" charset="0"/>
                <a:cs typeface="Times New Roman" charset="0"/>
              </a:rPr>
              <a:t>   modeled </a:t>
            </a:r>
            <a:r>
              <a:rPr lang="en-US" sz="2400" dirty="0">
                <a:latin typeface="Times New Roman" charset="0"/>
                <a:ea typeface="Times New Roman" charset="0"/>
                <a:cs typeface="Times New Roman" charset="0"/>
              </a:rPr>
              <a:t>is assumed to be </a:t>
            </a:r>
            <a:r>
              <a:rPr lang="en-US" sz="2400" dirty="0" smtClean="0">
                <a:latin typeface="Times New Roman" charset="0"/>
                <a:ea typeface="Times New Roman" charset="0"/>
                <a:cs typeface="Times New Roman" charset="0"/>
              </a:rPr>
              <a:t>a Markov</a:t>
            </a:r>
            <a:r>
              <a:rPr lang="en-US" sz="2400" dirty="0">
                <a:latin typeface="Times New Roman" charset="0"/>
                <a:ea typeface="Times New Roman" charset="0"/>
                <a:cs typeface="Times New Roman" charset="0"/>
              </a:rPr>
              <a:t> </a:t>
            </a:r>
            <a:r>
              <a:rPr lang="en-US" sz="2400" dirty="0" smtClean="0">
                <a:latin typeface="Times New Roman" charset="0"/>
                <a:ea typeface="Times New Roman" charset="0"/>
                <a:cs typeface="Times New Roman" charset="0"/>
              </a:rPr>
              <a:t>Process</a:t>
            </a:r>
            <a:r>
              <a:rPr lang="en-US" sz="2400" dirty="0">
                <a:latin typeface="Times New Roman" charset="0"/>
                <a:ea typeface="Times New Roman" charset="0"/>
                <a:cs typeface="Times New Roman" charset="0"/>
              </a:rPr>
              <a:t> with </a:t>
            </a:r>
            <a:r>
              <a:rPr lang="en-US" sz="2400" dirty="0" smtClean="0">
                <a:latin typeface="Times New Roman" charset="0"/>
                <a:ea typeface="Times New Roman" charset="0"/>
                <a:cs typeface="Times New Roman" charset="0"/>
              </a:rPr>
              <a:t>unobserved</a:t>
            </a:r>
          </a:p>
          <a:p>
            <a:r>
              <a:rPr lang="en-US" sz="2400" dirty="0">
                <a:latin typeface="Times New Roman" charset="0"/>
                <a:ea typeface="Times New Roman" charset="0"/>
                <a:cs typeface="Times New Roman" charset="0"/>
              </a:rPr>
              <a:t> </a:t>
            </a:r>
            <a:r>
              <a:rPr lang="en-US" sz="2400" dirty="0" smtClean="0">
                <a:latin typeface="Times New Roman" charset="0"/>
                <a:ea typeface="Times New Roman" charset="0"/>
                <a:cs typeface="Times New Roman" charset="0"/>
              </a:rPr>
              <a:t>   (</a:t>
            </a:r>
            <a:r>
              <a:rPr lang="en-US" sz="2400" i="1" dirty="0">
                <a:latin typeface="Times New Roman" charset="0"/>
                <a:ea typeface="Times New Roman" charset="0"/>
                <a:cs typeface="Times New Roman" charset="0"/>
              </a:rPr>
              <a:t>hidden</a:t>
            </a:r>
            <a:r>
              <a:rPr lang="en-US" sz="2400" dirty="0">
                <a:latin typeface="Times New Roman" charset="0"/>
                <a:ea typeface="Times New Roman" charset="0"/>
                <a:cs typeface="Times New Roman" charset="0"/>
              </a:rPr>
              <a:t>) </a:t>
            </a:r>
            <a:r>
              <a:rPr lang="en-US" sz="2400" dirty="0" smtClean="0">
                <a:latin typeface="Times New Roman" charset="0"/>
                <a:ea typeface="Times New Roman" charset="0"/>
                <a:cs typeface="Times New Roman" charset="0"/>
              </a:rPr>
              <a:t>states.</a:t>
            </a:r>
          </a:p>
          <a:p>
            <a:pPr marL="342900" indent="-342900">
              <a:buFont typeface="Arial" charset="0"/>
              <a:buChar char="•"/>
            </a:pPr>
            <a:r>
              <a:rPr lang="en-US" sz="2400" dirty="0" smtClean="0">
                <a:latin typeface="Times New Roman" charset="0"/>
                <a:ea typeface="Times New Roman" charset="0"/>
                <a:cs typeface="Times New Roman" charset="0"/>
              </a:rPr>
              <a:t>In </a:t>
            </a:r>
            <a:r>
              <a:rPr lang="en-US" sz="2400" dirty="0">
                <a:latin typeface="Times New Roman" charset="0"/>
                <a:ea typeface="Times New Roman" charset="0"/>
                <a:cs typeface="Times New Roman" charset="0"/>
              </a:rPr>
              <a:t>simpler M</a:t>
            </a:r>
            <a:r>
              <a:rPr lang="en-US" sz="2400" dirty="0" smtClean="0">
                <a:latin typeface="Times New Roman" charset="0"/>
                <a:ea typeface="Times New Roman" charset="0"/>
                <a:cs typeface="Times New Roman" charset="0"/>
              </a:rPr>
              <a:t>arkov Models</a:t>
            </a:r>
            <a:r>
              <a:rPr lang="en-US" sz="2400" dirty="0">
                <a:latin typeface="Times New Roman" charset="0"/>
                <a:ea typeface="Times New Roman" charset="0"/>
                <a:cs typeface="Times New Roman" charset="0"/>
              </a:rPr>
              <a:t> </a:t>
            </a:r>
            <a:r>
              <a:rPr lang="en-US" sz="2400" dirty="0" smtClean="0">
                <a:latin typeface="Times New Roman" charset="0"/>
                <a:ea typeface="Times New Roman" charset="0"/>
                <a:cs typeface="Times New Roman" charset="0"/>
              </a:rPr>
              <a:t>(Markov Chain), </a:t>
            </a:r>
            <a:r>
              <a:rPr lang="en-US" sz="2400" dirty="0">
                <a:latin typeface="Times New Roman" charset="0"/>
                <a:ea typeface="Times New Roman" charset="0"/>
                <a:cs typeface="Times New Roman" charset="0"/>
              </a:rPr>
              <a:t>the state is directly </a:t>
            </a:r>
            <a:r>
              <a:rPr lang="en-US" sz="2400" dirty="0" smtClean="0">
                <a:latin typeface="Times New Roman" charset="0"/>
                <a:ea typeface="Times New Roman" charset="0"/>
                <a:cs typeface="Times New Roman" charset="0"/>
              </a:rPr>
              <a:t>visible </a:t>
            </a:r>
            <a:r>
              <a:rPr lang="en-US" sz="2400" dirty="0">
                <a:latin typeface="Times New Roman" charset="0"/>
                <a:ea typeface="Times New Roman" charset="0"/>
                <a:cs typeface="Times New Roman" charset="0"/>
              </a:rPr>
              <a:t>to the observer, and therefore the state transition probabilities are the only parameters. </a:t>
            </a:r>
            <a:r>
              <a:rPr lang="en-US" sz="2400" dirty="0" smtClean="0">
                <a:latin typeface="Times New Roman" charset="0"/>
                <a:ea typeface="Times New Roman" charset="0"/>
                <a:cs typeface="Times New Roman" charset="0"/>
              </a:rPr>
              <a:t>In </a:t>
            </a:r>
            <a:r>
              <a:rPr lang="en-US" sz="2400" dirty="0">
                <a:latin typeface="Times New Roman" charset="0"/>
                <a:ea typeface="Times New Roman" charset="0"/>
                <a:cs typeface="Times New Roman" charset="0"/>
              </a:rPr>
              <a:t>a </a:t>
            </a:r>
            <a:r>
              <a:rPr lang="en-US" sz="2400" i="1" dirty="0">
                <a:latin typeface="Times New Roman" charset="0"/>
                <a:ea typeface="Times New Roman" charset="0"/>
                <a:cs typeface="Times New Roman" charset="0"/>
              </a:rPr>
              <a:t>hidden</a:t>
            </a:r>
            <a:r>
              <a:rPr lang="en-US" sz="2400" dirty="0">
                <a:latin typeface="Times New Roman" charset="0"/>
                <a:ea typeface="Times New Roman" charset="0"/>
                <a:cs typeface="Times New Roman" charset="0"/>
              </a:rPr>
              <a:t> Markov model, the state is not directly visible, but the output, dependent on the state, is </a:t>
            </a:r>
            <a:r>
              <a:rPr lang="en-US" sz="2400" dirty="0" smtClean="0">
                <a:latin typeface="Times New Roman" charset="0"/>
                <a:ea typeface="Times New Roman" charset="0"/>
                <a:cs typeface="Times New Roman" charset="0"/>
              </a:rPr>
              <a:t>visible.</a:t>
            </a:r>
          </a:p>
          <a:p>
            <a:pPr marL="342900" indent="-342900">
              <a:buFont typeface="Arial" charset="0"/>
              <a:buChar char="•"/>
            </a:pPr>
            <a:r>
              <a:rPr lang="en-US" sz="2400" dirty="0" smtClean="0">
                <a:latin typeface="Times New Roman" charset="0"/>
                <a:ea typeface="Times New Roman" charset="0"/>
                <a:cs typeface="Times New Roman" charset="0"/>
              </a:rPr>
              <a:t>In this study we obtained results using </a:t>
            </a:r>
            <a:r>
              <a:rPr lang="en-US" sz="2400" b="1" dirty="0" smtClean="0">
                <a:latin typeface="Times New Roman" charset="0"/>
                <a:ea typeface="Times New Roman" charset="0"/>
                <a:cs typeface="Times New Roman" charset="0"/>
              </a:rPr>
              <a:t>Multinomial HMMs, i.e. </a:t>
            </a:r>
            <a:r>
              <a:rPr lang="en-US" sz="2400" b="1" dirty="0" err="1" smtClean="0">
                <a:latin typeface="Times New Roman" charset="0"/>
                <a:ea typeface="Times New Roman" charset="0"/>
                <a:cs typeface="Times New Roman" charset="0"/>
              </a:rPr>
              <a:t>HMMs</a:t>
            </a:r>
            <a:r>
              <a:rPr lang="en-US" sz="2400" b="1" dirty="0" smtClean="0">
                <a:latin typeface="Times New Roman" charset="0"/>
                <a:ea typeface="Times New Roman" charset="0"/>
                <a:cs typeface="Times New Roman" charset="0"/>
              </a:rPr>
              <a:t> with </a:t>
            </a:r>
            <a:r>
              <a:rPr lang="en-US" sz="2400" b="1" dirty="0">
                <a:latin typeface="Times New Roman" charset="0"/>
                <a:ea typeface="Times New Roman" charset="0"/>
                <a:cs typeface="Times New Roman" charset="0"/>
              </a:rPr>
              <a:t>discrete </a:t>
            </a:r>
            <a:r>
              <a:rPr lang="en-US" sz="2400" b="1" dirty="0" smtClean="0">
                <a:latin typeface="Times New Roman" charset="0"/>
                <a:ea typeface="Times New Roman" charset="0"/>
                <a:cs typeface="Times New Roman" charset="0"/>
              </a:rPr>
              <a:t>emissions.</a:t>
            </a:r>
          </a:p>
          <a:p>
            <a:r>
              <a:rPr lang="en-US" sz="2400" b="1" dirty="0">
                <a:latin typeface="Times New Roman" charset="0"/>
                <a:ea typeface="Times New Roman" charset="0"/>
                <a:cs typeface="Times New Roman" charset="0"/>
              </a:rPr>
              <a:t> </a:t>
            </a:r>
            <a:r>
              <a:rPr lang="en-US" sz="2400" b="1" dirty="0" smtClean="0">
                <a:latin typeface="Times New Roman" charset="0"/>
                <a:ea typeface="Times New Roman" charset="0"/>
                <a:cs typeface="Times New Roman" charset="0"/>
              </a:rPr>
              <a:t>   </a:t>
            </a:r>
            <a:r>
              <a:rPr lang="en-US" sz="2400" dirty="0" smtClean="0">
                <a:latin typeface="Times New Roman" charset="0"/>
                <a:ea typeface="Times New Roman" charset="0"/>
                <a:cs typeface="Times New Roman" charset="0"/>
              </a:rPr>
              <a:t>(</a:t>
            </a:r>
            <a:r>
              <a:rPr lang="en-US" sz="2400" dirty="0" smtClean="0">
                <a:latin typeface="Times New Roman" charset="0"/>
                <a:ea typeface="Times New Roman" charset="0"/>
                <a:cs typeface="Times New Roman" charset="0"/>
                <a:hlinkClick r:id="rId10"/>
              </a:rPr>
              <a:t>http</a:t>
            </a:r>
            <a:r>
              <a:rPr lang="en-US" sz="2400" dirty="0">
                <a:latin typeface="Times New Roman" charset="0"/>
                <a:ea typeface="Times New Roman" charset="0"/>
                <a:cs typeface="Times New Roman" charset="0"/>
                <a:hlinkClick r:id="rId10"/>
              </a:rPr>
              <a:t>://hmmlearn.readthedocs.io/en/latest/api.html#multinomialhmm</a:t>
            </a:r>
            <a:r>
              <a:rPr lang="en-US" sz="2400" dirty="0" smtClean="0">
                <a:latin typeface="Times New Roman" charset="0"/>
                <a:ea typeface="Times New Roman" charset="0"/>
                <a:cs typeface="Times New Roman" charset="0"/>
                <a:hlinkClick r:id="rId10"/>
              </a:rPr>
              <a:t>)</a:t>
            </a:r>
            <a:endParaRPr lang="en-US" sz="2400" dirty="0" smtClean="0">
              <a:latin typeface="Times New Roman" charset="0"/>
              <a:ea typeface="Times New Roman" charset="0"/>
              <a:cs typeface="Times New Roman" charset="0"/>
            </a:endParaRPr>
          </a:p>
        </p:txBody>
      </p:sp>
      <p:sp>
        <p:nvSpPr>
          <p:cNvPr id="4" name="Rectangle 3"/>
          <p:cNvSpPr/>
          <p:nvPr/>
        </p:nvSpPr>
        <p:spPr>
          <a:xfrm>
            <a:off x="29260800" y="7436465"/>
            <a:ext cx="12954000" cy="30993100"/>
          </a:xfrm>
          <a:prstGeom prst="rect">
            <a:avLst/>
          </a:prstGeom>
        </p:spPr>
        <p:txBody>
          <a:bodyPr wrap="square">
            <a:spAutoFit/>
          </a:bodyPr>
          <a:lstStyle/>
          <a:p>
            <a:pPr lvl="0"/>
            <a:endParaRPr lang="en-US" sz="3600" dirty="0">
              <a:solidFill>
                <a:prstClr val="black"/>
              </a:solidFill>
              <a:latin typeface="Helvetica Neue Medium"/>
            </a:endParaRPr>
          </a:p>
          <a:p>
            <a:pPr lvl="0"/>
            <a:r>
              <a:rPr lang="en-US" sz="3600" b="1" dirty="0" smtClean="0">
                <a:solidFill>
                  <a:prstClr val="black"/>
                </a:solidFill>
                <a:latin typeface="Times New Roman" charset="0"/>
                <a:ea typeface="Times New Roman" charset="0"/>
                <a:cs typeface="Times New Roman" charset="0"/>
              </a:rPr>
              <a:t>Observations:</a:t>
            </a:r>
          </a:p>
          <a:p>
            <a:pPr marL="571500" indent="-571500">
              <a:buFont typeface="Arial" charset="0"/>
              <a:buChar char="•"/>
            </a:pPr>
            <a:r>
              <a:rPr lang="en-US" sz="2400" dirty="0">
                <a:latin typeface="Times New Roman" charset="0"/>
                <a:ea typeface="Times New Roman" charset="0"/>
                <a:cs typeface="Times New Roman" charset="0"/>
              </a:rPr>
              <a:t>T</a:t>
            </a:r>
            <a:r>
              <a:rPr lang="en-US" sz="2400" dirty="0" smtClean="0">
                <a:latin typeface="Times New Roman" charset="0"/>
                <a:ea typeface="Times New Roman" charset="0"/>
                <a:cs typeface="Times New Roman" charset="0"/>
              </a:rPr>
              <a:t>he </a:t>
            </a:r>
            <a:r>
              <a:rPr lang="en-US" sz="2400" b="1" dirty="0">
                <a:latin typeface="Times New Roman" charset="0"/>
                <a:ea typeface="Times New Roman" charset="0"/>
                <a:cs typeface="Times New Roman" charset="0"/>
              </a:rPr>
              <a:t>N-gram models consistently </a:t>
            </a:r>
            <a:r>
              <a:rPr lang="en-US" sz="2400" b="1" dirty="0" smtClean="0">
                <a:latin typeface="Times New Roman" charset="0"/>
                <a:ea typeface="Times New Roman" charset="0"/>
                <a:cs typeface="Times New Roman" charset="0"/>
              </a:rPr>
              <a:t>perform best </a:t>
            </a:r>
            <a:r>
              <a:rPr lang="en-US" sz="2400" dirty="0" smtClean="0">
                <a:latin typeface="Times New Roman" charset="0"/>
                <a:ea typeface="Times New Roman" charset="0"/>
                <a:cs typeface="Times New Roman" charset="0"/>
              </a:rPr>
              <a:t>for all prediction tasks.</a:t>
            </a:r>
          </a:p>
          <a:p>
            <a:pPr marL="571500" indent="-571500">
              <a:buFont typeface="Arial" charset="0"/>
              <a:buChar char="•"/>
            </a:pPr>
            <a:r>
              <a:rPr lang="en-US" sz="2400" dirty="0" smtClean="0">
                <a:latin typeface="Times New Roman" charset="0"/>
                <a:ea typeface="Times New Roman" charset="0"/>
                <a:cs typeface="Times New Roman" charset="0"/>
              </a:rPr>
              <a:t>Increasing </a:t>
            </a:r>
            <a:r>
              <a:rPr lang="en-US" sz="2400" dirty="0">
                <a:latin typeface="Times New Roman" charset="0"/>
                <a:ea typeface="Times New Roman" charset="0"/>
                <a:cs typeface="Times New Roman" charset="0"/>
              </a:rPr>
              <a:t>longitudinal information (longer sequence, hence </a:t>
            </a:r>
            <a:r>
              <a:rPr lang="en-US" sz="2400" b="1" dirty="0" smtClean="0">
                <a:latin typeface="Times New Roman" charset="0"/>
                <a:ea typeface="Times New Roman" charset="0"/>
                <a:cs typeface="Times New Roman" charset="0"/>
              </a:rPr>
              <a:t>larger </a:t>
            </a:r>
            <a:r>
              <a:rPr lang="en-US" sz="2400" b="1" dirty="0">
                <a:latin typeface="Times New Roman" charset="0"/>
                <a:ea typeface="Times New Roman" charset="0"/>
                <a:cs typeface="Times New Roman" charset="0"/>
              </a:rPr>
              <a:t>N) </a:t>
            </a:r>
            <a:r>
              <a:rPr lang="en-US" sz="2400" b="1" dirty="0" smtClean="0">
                <a:latin typeface="Times New Roman" charset="0"/>
                <a:ea typeface="Times New Roman" charset="0"/>
                <a:cs typeface="Times New Roman" charset="0"/>
              </a:rPr>
              <a:t>will not </a:t>
            </a:r>
            <a:r>
              <a:rPr lang="en-US" sz="2400" b="1" dirty="0">
                <a:latin typeface="Times New Roman" charset="0"/>
                <a:ea typeface="Times New Roman" charset="0"/>
                <a:cs typeface="Times New Roman" charset="0"/>
              </a:rPr>
              <a:t>necessarily </a:t>
            </a:r>
            <a:r>
              <a:rPr lang="en-US" sz="2400" b="1" dirty="0" smtClean="0">
                <a:latin typeface="Times New Roman" charset="0"/>
                <a:ea typeface="Times New Roman" charset="0"/>
                <a:cs typeface="Times New Roman" charset="0"/>
              </a:rPr>
              <a:t>improve </a:t>
            </a:r>
            <a:r>
              <a:rPr lang="en-US" sz="2400" b="1" dirty="0">
                <a:latin typeface="Times New Roman" charset="0"/>
                <a:ea typeface="Times New Roman" charset="0"/>
                <a:cs typeface="Times New Roman" charset="0"/>
              </a:rPr>
              <a:t>the </a:t>
            </a:r>
            <a:r>
              <a:rPr lang="en-US" sz="2400" b="1" dirty="0" smtClean="0">
                <a:latin typeface="Times New Roman" charset="0"/>
                <a:ea typeface="Times New Roman" charset="0"/>
                <a:cs typeface="Times New Roman" charset="0"/>
              </a:rPr>
              <a:t>performance.</a:t>
            </a:r>
            <a:endParaRPr lang="en-US" sz="2400" b="1" dirty="0">
              <a:latin typeface="Times New Roman" charset="0"/>
              <a:ea typeface="Times New Roman" charset="0"/>
              <a:cs typeface="Times New Roman" charset="0"/>
            </a:endParaRPr>
          </a:p>
          <a:p>
            <a:pPr marL="571500" indent="-571500">
              <a:buFont typeface="Arial" charset="0"/>
              <a:buChar char="•"/>
            </a:pPr>
            <a:r>
              <a:rPr lang="en-US" sz="2400" dirty="0">
                <a:latin typeface="Times New Roman" charset="0"/>
                <a:ea typeface="Times New Roman" charset="0"/>
                <a:cs typeface="Times New Roman" charset="0"/>
              </a:rPr>
              <a:t>The performance of the 4-gram models is comparable to, </a:t>
            </a:r>
            <a:r>
              <a:rPr lang="en-US" sz="2400" dirty="0" smtClean="0">
                <a:latin typeface="Times New Roman" charset="0"/>
                <a:ea typeface="Times New Roman" charset="0"/>
                <a:cs typeface="Times New Roman" charset="0"/>
              </a:rPr>
              <a:t>and sometimes </a:t>
            </a:r>
            <a:r>
              <a:rPr lang="en-US" sz="2400" dirty="0">
                <a:latin typeface="Times New Roman" charset="0"/>
                <a:ea typeface="Times New Roman" charset="0"/>
                <a:cs typeface="Times New Roman" charset="0"/>
              </a:rPr>
              <a:t>even better than, that </a:t>
            </a:r>
            <a:r>
              <a:rPr lang="en-US" sz="2400" dirty="0" smtClean="0">
                <a:latin typeface="Times New Roman" charset="0"/>
                <a:ea typeface="Times New Roman" charset="0"/>
                <a:cs typeface="Times New Roman" charset="0"/>
              </a:rPr>
              <a:t>of 5 </a:t>
            </a:r>
            <a:r>
              <a:rPr lang="en-US" sz="2400" dirty="0">
                <a:latin typeface="Times New Roman" charset="0"/>
                <a:ea typeface="Times New Roman" charset="0"/>
                <a:cs typeface="Times New Roman" charset="0"/>
              </a:rPr>
              <a:t>and 6-gram </a:t>
            </a:r>
            <a:r>
              <a:rPr lang="en-US" sz="2400" dirty="0" smtClean="0">
                <a:latin typeface="Times New Roman" charset="0"/>
                <a:ea typeface="Times New Roman" charset="0"/>
                <a:cs typeface="Times New Roman" charset="0"/>
              </a:rPr>
              <a:t>models.</a:t>
            </a:r>
          </a:p>
          <a:p>
            <a:pPr marL="571500" indent="-571500">
              <a:buFont typeface="Arial" charset="0"/>
              <a:buChar char="•"/>
            </a:pPr>
            <a:r>
              <a:rPr lang="en-US" sz="2400" dirty="0" smtClean="0">
                <a:latin typeface="Times New Roman" charset="0"/>
                <a:ea typeface="Times New Roman" charset="0"/>
                <a:cs typeface="Times New Roman" charset="0"/>
              </a:rPr>
              <a:t>HMM on the other hand, has very fluctuating results. It performs better than the baseline methods for the 30 day risk prediction problem (both cohorts), and the cost prediction (‘all cause’ cohort).</a:t>
            </a:r>
          </a:p>
          <a:p>
            <a:endParaRPr lang="en-US" sz="2400" dirty="0">
              <a:latin typeface="Times New Roman" charset="0"/>
              <a:ea typeface="Times New Roman" charset="0"/>
              <a:cs typeface="Times New Roman" charset="0"/>
            </a:endParaRPr>
          </a:p>
          <a:p>
            <a:r>
              <a:rPr lang="en-US" sz="3600" b="1" dirty="0" smtClean="0">
                <a:latin typeface="Times New Roman" charset="0"/>
                <a:ea typeface="Times New Roman" charset="0"/>
                <a:cs typeface="Times New Roman" charset="0"/>
              </a:rPr>
              <a:t>Results:</a:t>
            </a:r>
          </a:p>
          <a:p>
            <a:pPr marL="342900" indent="-342900">
              <a:buFont typeface="Arial" panose="020B0604020202020204" pitchFamily="34" charset="0"/>
              <a:buChar char="•"/>
            </a:pPr>
            <a:r>
              <a:rPr lang="en-US" sz="2400" dirty="0"/>
              <a:t>Accuracy results for predicting the last symbol in a sequence of length 4 or </a:t>
            </a:r>
            <a:r>
              <a:rPr lang="en-US" sz="2400" dirty="0" smtClean="0"/>
              <a:t>more</a:t>
            </a:r>
            <a:br>
              <a:rPr lang="en-US" sz="2400" dirty="0" smtClean="0"/>
            </a:br>
            <a:endParaRPr lang="en-US" sz="2400" dirty="0" smtClean="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r>
              <a:rPr lang="en-US" sz="2400" dirty="0" smtClean="0"/>
              <a:t>Multinomial HMM accuracy results across 5 runs</a:t>
            </a:r>
            <a:endParaRPr lang="en-US" sz="2400" dirty="0"/>
          </a:p>
          <a:p>
            <a:pPr marL="342900" indent="-342900">
              <a:buFont typeface="Arial" panose="020B0604020202020204" pitchFamily="34" charset="0"/>
              <a:buChar char="•"/>
            </a:pPr>
            <a:endParaRPr lang="en-US" sz="2400" dirty="0" smtClean="0">
              <a:latin typeface="Times New Roman" charset="0"/>
              <a:ea typeface="Times New Roman" charset="0"/>
              <a:cs typeface="Times New Roman" charset="0"/>
            </a:endParaRPr>
          </a:p>
          <a:p>
            <a:endParaRPr lang="en-US" sz="2400" dirty="0">
              <a:latin typeface="Times New Roman" charset="0"/>
              <a:ea typeface="Times New Roman" charset="0"/>
              <a:cs typeface="Times New Roman" charset="0"/>
            </a:endParaRPr>
          </a:p>
          <a:p>
            <a:endParaRPr lang="en-US" sz="2400" dirty="0">
              <a:latin typeface="Times New Roman" charset="0"/>
              <a:ea typeface="Times New Roman" charset="0"/>
              <a:cs typeface="Times New Roman" charset="0"/>
            </a:endParaRPr>
          </a:p>
          <a:p>
            <a:pPr marL="571500" indent="-571500">
              <a:buFont typeface="Arial" charset="0"/>
              <a:buChar char="•"/>
            </a:pPr>
            <a:endParaRPr lang="en-US" sz="2800" dirty="0" smtClean="0">
              <a:latin typeface="Times New Roman" charset="0"/>
              <a:ea typeface="Times New Roman" charset="0"/>
              <a:cs typeface="Times New Roman" charset="0"/>
            </a:endParaRPr>
          </a:p>
          <a:p>
            <a:endParaRPr lang="en-US" sz="3600" dirty="0">
              <a:solidFill>
                <a:prstClr val="black"/>
              </a:solidFill>
              <a:latin typeface="Times New Roman" charset="0"/>
              <a:ea typeface="Times New Roman" charset="0"/>
              <a:cs typeface="Times New Roman" charset="0"/>
            </a:endParaRPr>
          </a:p>
          <a:p>
            <a:endParaRPr lang="en-US" sz="3600" dirty="0" smtClean="0">
              <a:solidFill>
                <a:prstClr val="black"/>
              </a:solidFill>
              <a:latin typeface="Times New Roman" charset="0"/>
              <a:ea typeface="Times New Roman" charset="0"/>
              <a:cs typeface="Times New Roman" charset="0"/>
            </a:endParaRPr>
          </a:p>
          <a:p>
            <a:endParaRPr lang="en-US" sz="3600" dirty="0">
              <a:solidFill>
                <a:prstClr val="black"/>
              </a:solidFill>
              <a:latin typeface="Times New Roman" charset="0"/>
              <a:ea typeface="Times New Roman" charset="0"/>
              <a:cs typeface="Times New Roman" charset="0"/>
            </a:endParaRPr>
          </a:p>
          <a:p>
            <a:endParaRPr lang="en-US" sz="3600" dirty="0" smtClean="0">
              <a:solidFill>
                <a:prstClr val="black"/>
              </a:solidFill>
              <a:latin typeface="Times New Roman" charset="0"/>
              <a:ea typeface="Times New Roman" charset="0"/>
              <a:cs typeface="Times New Roman" charset="0"/>
            </a:endParaRPr>
          </a:p>
          <a:p>
            <a:endParaRPr lang="en-US" sz="3600" dirty="0">
              <a:solidFill>
                <a:prstClr val="black"/>
              </a:solidFill>
              <a:latin typeface="Times New Roman" charset="0"/>
              <a:ea typeface="Times New Roman" charset="0"/>
              <a:cs typeface="Times New Roman" charset="0"/>
            </a:endParaRPr>
          </a:p>
          <a:p>
            <a:endParaRPr lang="en-US" sz="3600" dirty="0" smtClean="0">
              <a:solidFill>
                <a:prstClr val="black"/>
              </a:solidFill>
              <a:latin typeface="Times New Roman" charset="0"/>
              <a:ea typeface="Times New Roman" charset="0"/>
              <a:cs typeface="Times New Roman" charset="0"/>
            </a:endParaRPr>
          </a:p>
          <a:p>
            <a:endParaRPr lang="en-US" sz="3600" dirty="0">
              <a:solidFill>
                <a:prstClr val="black"/>
              </a:solidFill>
              <a:latin typeface="Times New Roman" charset="0"/>
              <a:ea typeface="Times New Roman" charset="0"/>
              <a:cs typeface="Times New Roman" charset="0"/>
            </a:endParaRPr>
          </a:p>
          <a:p>
            <a:endParaRPr lang="en-US" sz="3600" b="1" dirty="0" smtClean="0">
              <a:latin typeface="Times New Roman" charset="0"/>
              <a:ea typeface="Times New Roman" charset="0"/>
              <a:cs typeface="Times New Roman" charset="0"/>
            </a:endParaRPr>
          </a:p>
          <a:p>
            <a:endParaRPr lang="en-US" sz="3600" b="1" dirty="0">
              <a:latin typeface="Times New Roman" charset="0"/>
              <a:ea typeface="Times New Roman" charset="0"/>
              <a:cs typeface="Times New Roman" charset="0"/>
            </a:endParaRPr>
          </a:p>
          <a:p>
            <a:r>
              <a:rPr lang="en-US" sz="3600" b="1" dirty="0">
                <a:latin typeface="Times New Roman" charset="0"/>
                <a:ea typeface="Times New Roman" charset="0"/>
                <a:cs typeface="Times New Roman" charset="0"/>
              </a:rPr>
              <a:t/>
            </a:r>
            <a:br>
              <a:rPr lang="en-US" sz="3600" b="1" dirty="0">
                <a:latin typeface="Times New Roman" charset="0"/>
                <a:ea typeface="Times New Roman" charset="0"/>
                <a:cs typeface="Times New Roman" charset="0"/>
              </a:rPr>
            </a:br>
            <a:r>
              <a:rPr lang="en-US" sz="3600" b="1" dirty="0" smtClean="0">
                <a:latin typeface="Times New Roman" charset="0"/>
                <a:ea typeface="Times New Roman" charset="0"/>
                <a:cs typeface="Times New Roman" charset="0"/>
              </a:rPr>
              <a:t>Future Work:</a:t>
            </a:r>
            <a:endParaRPr lang="en-US" sz="3600" b="1" dirty="0">
              <a:latin typeface="Times New Roman" charset="0"/>
              <a:ea typeface="Times New Roman" charset="0"/>
              <a:cs typeface="Times New Roman" charset="0"/>
            </a:endParaRPr>
          </a:p>
          <a:p>
            <a:pPr marL="571500" indent="-571500">
              <a:buFont typeface="Arial" panose="020B0604020202020204" pitchFamily="34" charset="0"/>
              <a:buChar char="•"/>
            </a:pPr>
            <a:r>
              <a:rPr lang="en-US" sz="2800" dirty="0" smtClean="0">
                <a:solidFill>
                  <a:prstClr val="black"/>
                </a:solidFill>
                <a:latin typeface="Times New Roman" charset="0"/>
                <a:ea typeface="Times New Roman" charset="0"/>
                <a:cs typeface="Times New Roman" charset="0"/>
              </a:rPr>
              <a:t>Comparison with recurrent neural networks (</a:t>
            </a:r>
            <a:r>
              <a:rPr lang="en-US" sz="2800" dirty="0" err="1" smtClean="0">
                <a:solidFill>
                  <a:prstClr val="black"/>
                </a:solidFill>
                <a:latin typeface="Times New Roman" charset="0"/>
                <a:ea typeface="Times New Roman" charset="0"/>
                <a:cs typeface="Times New Roman" charset="0"/>
              </a:rPr>
              <a:t>RNNs</a:t>
            </a:r>
            <a:r>
              <a:rPr lang="en-US" sz="2800" dirty="0" smtClean="0">
                <a:solidFill>
                  <a:prstClr val="black"/>
                </a:solidFill>
                <a:latin typeface="Times New Roman" charset="0"/>
                <a:ea typeface="Times New Roman" charset="0"/>
                <a:cs typeface="Times New Roman" charset="0"/>
              </a:rPr>
              <a:t>)</a:t>
            </a:r>
          </a:p>
          <a:p>
            <a:pPr marL="571500" indent="-571500">
              <a:buFont typeface="Arial" panose="020B0604020202020204" pitchFamily="34" charset="0"/>
              <a:buChar char="•"/>
            </a:pPr>
            <a:r>
              <a:rPr lang="en-US" sz="2800" dirty="0" smtClean="0">
                <a:solidFill>
                  <a:prstClr val="black"/>
                </a:solidFill>
                <a:latin typeface="Times New Roman" charset="0"/>
                <a:ea typeface="Times New Roman" charset="0"/>
                <a:cs typeface="Times New Roman" charset="0"/>
              </a:rPr>
              <a:t>Incorporating other static and dynamic features from discharge records</a:t>
            </a:r>
            <a:endParaRPr lang="en-US" sz="2800" dirty="0">
              <a:solidFill>
                <a:prstClr val="black"/>
              </a:solidFill>
              <a:latin typeface="Times New Roman" charset="0"/>
              <a:ea typeface="Times New Roman" charset="0"/>
              <a:cs typeface="Times New Roman" charset="0"/>
            </a:endParaRPr>
          </a:p>
          <a:p>
            <a:endParaRPr lang="en-US" sz="3600" dirty="0" smtClean="0">
              <a:solidFill>
                <a:prstClr val="black"/>
              </a:solidFill>
              <a:latin typeface="Times New Roman" charset="0"/>
              <a:ea typeface="Times New Roman" charset="0"/>
              <a:cs typeface="Times New Roman" charset="0"/>
            </a:endParaRPr>
          </a:p>
          <a:p>
            <a:endParaRPr lang="en-US" sz="3600" b="1" dirty="0" smtClean="0">
              <a:solidFill>
                <a:prstClr val="black"/>
              </a:solidFill>
              <a:latin typeface="Times New Roman" charset="0"/>
              <a:ea typeface="Times New Roman" charset="0"/>
              <a:cs typeface="Times New Roman" charset="0"/>
            </a:endParaRPr>
          </a:p>
          <a:p>
            <a:endParaRPr lang="en-US" sz="3600" b="1" dirty="0">
              <a:solidFill>
                <a:prstClr val="black"/>
              </a:solidFill>
              <a:latin typeface="Times New Roman" charset="0"/>
              <a:ea typeface="Times New Roman" charset="0"/>
              <a:cs typeface="Times New Roman" charset="0"/>
            </a:endParaRPr>
          </a:p>
          <a:p>
            <a:endParaRPr lang="en-US" sz="3600" b="1" dirty="0" smtClean="0">
              <a:solidFill>
                <a:prstClr val="black"/>
              </a:solidFill>
              <a:latin typeface="Times New Roman" charset="0"/>
              <a:ea typeface="Times New Roman" charset="0"/>
              <a:cs typeface="Times New Roman" charset="0"/>
            </a:endParaRPr>
          </a:p>
          <a:p>
            <a:endParaRPr lang="en-US" sz="3600" b="1" dirty="0">
              <a:solidFill>
                <a:prstClr val="black"/>
              </a:solidFill>
              <a:latin typeface="Times New Roman" charset="0"/>
              <a:ea typeface="Times New Roman" charset="0"/>
              <a:cs typeface="Times New Roman" charset="0"/>
            </a:endParaRPr>
          </a:p>
          <a:p>
            <a:endParaRPr lang="en-US" sz="3600" b="1" dirty="0" smtClean="0">
              <a:solidFill>
                <a:prstClr val="black"/>
              </a:solidFill>
              <a:latin typeface="Times New Roman" charset="0"/>
              <a:ea typeface="Times New Roman" charset="0"/>
              <a:cs typeface="Times New Roman" charset="0"/>
            </a:endParaRPr>
          </a:p>
          <a:p>
            <a:endParaRPr lang="en-US" sz="3600" b="1" dirty="0">
              <a:solidFill>
                <a:prstClr val="black"/>
              </a:solidFill>
              <a:latin typeface="Times New Roman" charset="0"/>
              <a:ea typeface="Times New Roman" charset="0"/>
              <a:cs typeface="Times New Roman" charset="0"/>
            </a:endParaRPr>
          </a:p>
          <a:p>
            <a:endParaRPr lang="en-US" sz="3600" b="1" dirty="0" smtClean="0">
              <a:solidFill>
                <a:prstClr val="black"/>
              </a:solidFill>
              <a:latin typeface="Times New Roman" charset="0"/>
              <a:ea typeface="Times New Roman" charset="0"/>
              <a:cs typeface="Times New Roman" charset="0"/>
            </a:endParaRPr>
          </a:p>
          <a:p>
            <a:endParaRPr lang="en-US" sz="3600" b="1" dirty="0">
              <a:solidFill>
                <a:prstClr val="black"/>
              </a:solidFill>
              <a:latin typeface="Times New Roman" charset="0"/>
              <a:ea typeface="Times New Roman" charset="0"/>
              <a:cs typeface="Times New Roman" charset="0"/>
            </a:endParaRPr>
          </a:p>
          <a:p>
            <a:endParaRPr lang="en-US" sz="3600" b="1" dirty="0" smtClean="0">
              <a:solidFill>
                <a:prstClr val="black"/>
              </a:solidFill>
              <a:latin typeface="Times New Roman" charset="0"/>
              <a:ea typeface="Times New Roman" charset="0"/>
              <a:cs typeface="Times New Roman" charset="0"/>
            </a:endParaRPr>
          </a:p>
          <a:p>
            <a:endParaRPr lang="en-US" sz="3600" b="1" dirty="0">
              <a:solidFill>
                <a:prstClr val="black"/>
              </a:solidFill>
              <a:latin typeface="Times New Roman" charset="0"/>
              <a:ea typeface="Times New Roman" charset="0"/>
              <a:cs typeface="Times New Roman" charset="0"/>
            </a:endParaRPr>
          </a:p>
          <a:p>
            <a:endParaRPr lang="en-US" sz="3600" b="1" dirty="0" smtClean="0">
              <a:solidFill>
                <a:prstClr val="black"/>
              </a:solidFill>
              <a:latin typeface="Times New Roman" charset="0"/>
              <a:ea typeface="Times New Roman" charset="0"/>
              <a:cs typeface="Times New Roman" charset="0"/>
            </a:endParaRPr>
          </a:p>
          <a:p>
            <a:endParaRPr lang="en-US" sz="3600" b="1" dirty="0">
              <a:solidFill>
                <a:prstClr val="black"/>
              </a:solidFill>
              <a:latin typeface="Times New Roman" charset="0"/>
              <a:ea typeface="Times New Roman" charset="0"/>
              <a:cs typeface="Times New Roman" charset="0"/>
            </a:endParaRPr>
          </a:p>
          <a:p>
            <a:endParaRPr lang="en-US" sz="3600" b="1" dirty="0" smtClean="0">
              <a:solidFill>
                <a:prstClr val="black"/>
              </a:solidFill>
              <a:latin typeface="Times New Roman" charset="0"/>
              <a:ea typeface="Times New Roman" charset="0"/>
              <a:cs typeface="Times New Roman" charset="0"/>
            </a:endParaRPr>
          </a:p>
          <a:p>
            <a:endParaRPr lang="en-US" sz="3600" b="1" dirty="0">
              <a:solidFill>
                <a:prstClr val="black"/>
              </a:solidFill>
              <a:latin typeface="Times New Roman" charset="0"/>
              <a:ea typeface="Times New Roman" charset="0"/>
              <a:cs typeface="Times New Roman" charset="0"/>
            </a:endParaRPr>
          </a:p>
          <a:p>
            <a:endParaRPr lang="en-US" sz="3600" b="1" dirty="0" smtClean="0">
              <a:solidFill>
                <a:prstClr val="black"/>
              </a:solidFill>
              <a:latin typeface="Times New Roman" charset="0"/>
              <a:ea typeface="Times New Roman" charset="0"/>
              <a:cs typeface="Times New Roman" charset="0"/>
            </a:endParaRPr>
          </a:p>
          <a:p>
            <a:endParaRPr lang="en-US" sz="3600" b="1" dirty="0" smtClean="0">
              <a:solidFill>
                <a:prstClr val="black"/>
              </a:solidFill>
              <a:latin typeface="Times New Roman" charset="0"/>
              <a:ea typeface="Times New Roman" charset="0"/>
              <a:cs typeface="Times New Roman" charset="0"/>
            </a:endParaRPr>
          </a:p>
          <a:p>
            <a:endParaRPr lang="en-US" sz="3600" b="1" dirty="0" smtClean="0">
              <a:solidFill>
                <a:prstClr val="black"/>
              </a:solidFill>
              <a:latin typeface="Times New Roman" charset="0"/>
              <a:ea typeface="Times New Roman" charset="0"/>
              <a:cs typeface="Times New Roman" charset="0"/>
            </a:endParaRPr>
          </a:p>
        </p:txBody>
      </p:sp>
      <p:pic>
        <p:nvPicPr>
          <p:cNvPr id="12" name="Picture 1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8898286" y="391137"/>
            <a:ext cx="3962400" cy="5127812"/>
          </a:xfrm>
          <a:prstGeom prst="rect">
            <a:avLst/>
          </a:prstGeom>
        </p:spPr>
      </p:pic>
      <p:pic>
        <p:nvPicPr>
          <p:cNvPr id="13" name="Picture 12"/>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981200" y="8778507"/>
            <a:ext cx="4267200" cy="3487474"/>
          </a:xfrm>
          <a:prstGeom prst="rect">
            <a:avLst/>
          </a:prstGeom>
        </p:spPr>
      </p:pic>
      <p:pic>
        <p:nvPicPr>
          <p:cNvPr id="17" name="Picture 16"/>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4578056" y="7734300"/>
            <a:ext cx="3873500" cy="2095500"/>
          </a:xfrm>
          <a:prstGeom prst="rect">
            <a:avLst/>
          </a:prstGeom>
        </p:spPr>
      </p:pic>
      <p:graphicFrame>
        <p:nvGraphicFramePr>
          <p:cNvPr id="20" name="Table 19"/>
          <p:cNvGraphicFramePr>
            <a:graphicFrameLocks noGrp="1"/>
          </p:cNvGraphicFramePr>
          <p:nvPr>
            <p:extLst>
              <p:ext uri="{D42A27DB-BD31-4B8C-83A1-F6EECF244321}">
                <p14:modId xmlns:p14="http://schemas.microsoft.com/office/powerpoint/2010/main" val="923497544"/>
              </p:ext>
            </p:extLst>
          </p:nvPr>
        </p:nvGraphicFramePr>
        <p:xfrm>
          <a:off x="4060068" y="22476836"/>
          <a:ext cx="7592353" cy="3537807"/>
        </p:xfrm>
        <a:graphic>
          <a:graphicData uri="http://schemas.openxmlformats.org/drawingml/2006/table">
            <a:tbl>
              <a:tblPr firstRow="1" bandRow="1">
                <a:tableStyleId>{5C22544A-7EE6-4342-B048-85BDC9FD1C3A}</a:tableStyleId>
              </a:tblPr>
              <a:tblGrid>
                <a:gridCol w="2847128"/>
                <a:gridCol w="1370843"/>
                <a:gridCol w="1370843"/>
                <a:gridCol w="2003539"/>
              </a:tblGrid>
              <a:tr h="603743">
                <a:tc>
                  <a:txBody>
                    <a:bodyPr/>
                    <a:lstStyle/>
                    <a:p>
                      <a:r>
                        <a:rPr lang="en-US" sz="2400" dirty="0" smtClean="0">
                          <a:latin typeface="Times New Roman" charset="0"/>
                          <a:ea typeface="Times New Roman" charset="0"/>
                          <a:cs typeface="Times New Roman" charset="0"/>
                        </a:rPr>
                        <a:t>Admission Date</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30Day</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LOS</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COST</a:t>
                      </a:r>
                      <a:endParaRPr lang="en-US" sz="2400" dirty="0">
                        <a:latin typeface="Times New Roman" charset="0"/>
                        <a:ea typeface="Times New Roman" charset="0"/>
                        <a:cs typeface="Times New Roman" charset="0"/>
                      </a:endParaRPr>
                    </a:p>
                  </a:txBody>
                  <a:tcPr/>
                </a:tc>
              </a:tr>
              <a:tr h="500969">
                <a:tc>
                  <a:txBody>
                    <a:bodyPr/>
                    <a:lstStyle/>
                    <a:p>
                      <a:r>
                        <a:rPr lang="en-US" sz="2400" dirty="0" smtClean="0">
                          <a:latin typeface="Times New Roman" charset="0"/>
                          <a:ea typeface="Times New Roman" charset="0"/>
                          <a:cs typeface="Times New Roman" charset="0"/>
                        </a:rPr>
                        <a:t>Jan 22, 2009</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0</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6</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t>
                      </a:r>
                      <a:r>
                        <a:rPr lang="en-US" sz="2400" kern="1200" dirty="0" smtClean="0">
                          <a:solidFill>
                            <a:schemeClr val="dk1"/>
                          </a:solidFill>
                          <a:latin typeface="Times New Roman" charset="0"/>
                          <a:ea typeface="Times New Roman" charset="0"/>
                          <a:cs typeface="Times New Roman" charset="0"/>
                        </a:rPr>
                        <a:t>75099</a:t>
                      </a:r>
                      <a:endParaRPr lang="en-US" sz="2400" dirty="0">
                        <a:latin typeface="Times New Roman" charset="0"/>
                        <a:ea typeface="Times New Roman" charset="0"/>
                        <a:cs typeface="Times New Roman" charset="0"/>
                      </a:endParaRPr>
                    </a:p>
                  </a:txBody>
                  <a:tcPr/>
                </a:tc>
              </a:tr>
              <a:tr h="486619">
                <a:tc>
                  <a:txBody>
                    <a:bodyPr/>
                    <a:lstStyle/>
                    <a:p>
                      <a:r>
                        <a:rPr lang="en-US" sz="2400" dirty="0" smtClean="0">
                          <a:latin typeface="Times New Roman" charset="0"/>
                          <a:ea typeface="Times New Roman" charset="0"/>
                          <a:cs typeface="Times New Roman" charset="0"/>
                        </a:rPr>
                        <a:t>Mar 30, 2012</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0</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2</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t>
                      </a:r>
                      <a:r>
                        <a:rPr lang="en-US" sz="2400" kern="1200" dirty="0" smtClean="0">
                          <a:solidFill>
                            <a:schemeClr val="dk1"/>
                          </a:solidFill>
                          <a:latin typeface="Times New Roman" charset="0"/>
                          <a:ea typeface="Times New Roman" charset="0"/>
                          <a:cs typeface="Times New Roman" charset="0"/>
                        </a:rPr>
                        <a:t>37531</a:t>
                      </a:r>
                      <a:endParaRPr lang="en-US" sz="2400" dirty="0">
                        <a:latin typeface="Times New Roman" charset="0"/>
                        <a:ea typeface="Times New Roman" charset="0"/>
                        <a:cs typeface="Times New Roman" charset="0"/>
                      </a:endParaRPr>
                    </a:p>
                  </a:txBody>
                  <a:tcPr/>
                </a:tc>
              </a:tr>
              <a:tr h="486619">
                <a:tc>
                  <a:txBody>
                    <a:bodyPr/>
                    <a:lstStyle/>
                    <a:p>
                      <a:r>
                        <a:rPr lang="en-US" sz="2400" dirty="0" smtClean="0">
                          <a:latin typeface="Times New Roman" charset="0"/>
                          <a:ea typeface="Times New Roman" charset="0"/>
                          <a:cs typeface="Times New Roman" charset="0"/>
                        </a:rPr>
                        <a:t>Apr 15, 2012</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1</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5</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$49657</a:t>
                      </a:r>
                      <a:endParaRPr lang="en-US" sz="2400" dirty="0">
                        <a:latin typeface="Times New Roman" charset="0"/>
                        <a:ea typeface="Times New Roman" charset="0"/>
                        <a:cs typeface="Times New Roman" charset="0"/>
                      </a:endParaRPr>
                    </a:p>
                  </a:txBody>
                  <a:tcPr/>
                </a:tc>
              </a:tr>
              <a:tr h="486619">
                <a:tc>
                  <a:txBody>
                    <a:bodyPr/>
                    <a:lstStyle/>
                    <a:p>
                      <a:r>
                        <a:rPr lang="en-US" sz="2400" dirty="0" smtClean="0">
                          <a:latin typeface="Times New Roman" charset="0"/>
                          <a:ea typeface="Times New Roman" charset="0"/>
                          <a:cs typeface="Times New Roman" charset="0"/>
                        </a:rPr>
                        <a:t>Oct 1, 2013</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0</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1</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$14107</a:t>
                      </a:r>
                      <a:endParaRPr lang="en-US" sz="2400" dirty="0">
                        <a:latin typeface="Times New Roman" charset="0"/>
                        <a:ea typeface="Times New Roman" charset="0"/>
                        <a:cs typeface="Times New Roman" charset="0"/>
                      </a:endParaRPr>
                    </a:p>
                  </a:txBody>
                  <a:tcPr/>
                </a:tc>
              </a:tr>
              <a:tr h="486619">
                <a:tc>
                  <a:txBody>
                    <a:bodyPr/>
                    <a:lstStyle/>
                    <a:p>
                      <a:r>
                        <a:rPr lang="en-US" sz="2400" dirty="0" smtClean="0">
                          <a:latin typeface="Times New Roman" charset="0"/>
                          <a:ea typeface="Times New Roman" charset="0"/>
                          <a:cs typeface="Times New Roman" charset="0"/>
                        </a:rPr>
                        <a:t>Oct 20, 2013</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1</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14</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$259616</a:t>
                      </a:r>
                      <a:endParaRPr lang="en-US" sz="2400" dirty="0">
                        <a:latin typeface="Times New Roman" charset="0"/>
                        <a:ea typeface="Times New Roman" charset="0"/>
                        <a:cs typeface="Times New Roman" charset="0"/>
                      </a:endParaRPr>
                    </a:p>
                  </a:txBody>
                  <a:tcPr/>
                </a:tc>
              </a:tr>
              <a:tr h="486619">
                <a:tc>
                  <a:txBody>
                    <a:bodyPr/>
                    <a:lstStyle/>
                    <a:p>
                      <a:r>
                        <a:rPr lang="en-US" sz="2400" dirty="0" smtClean="0">
                          <a:latin typeface="Times New Roman" charset="0"/>
                          <a:ea typeface="Times New Roman" charset="0"/>
                          <a:cs typeface="Times New Roman" charset="0"/>
                        </a:rPr>
                        <a:t>???</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t>
                      </a:r>
                      <a:endParaRPr lang="en-US" sz="2400" dirty="0">
                        <a:latin typeface="Times New Roman" charset="0"/>
                        <a:ea typeface="Times New Roman" charset="0"/>
                        <a:cs typeface="Times New Roman" charset="0"/>
                      </a:endParaRPr>
                    </a:p>
                  </a:txBody>
                  <a:tcPr/>
                </a:tc>
              </a:tr>
            </a:tbl>
          </a:graphicData>
        </a:graphic>
      </p:graphicFrame>
      <p:pic>
        <p:nvPicPr>
          <p:cNvPr id="21" name="Picture 20"/>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3735427" y="24288472"/>
            <a:ext cx="4566409" cy="1859914"/>
          </a:xfrm>
          <a:prstGeom prst="rect">
            <a:avLst/>
          </a:prstGeom>
        </p:spPr>
      </p:pic>
      <p:graphicFrame>
        <p:nvGraphicFramePr>
          <p:cNvPr id="22" name="Table 21"/>
          <p:cNvGraphicFramePr>
            <a:graphicFrameLocks noGrp="1"/>
          </p:cNvGraphicFramePr>
          <p:nvPr>
            <p:extLst>
              <p:ext uri="{D42A27DB-BD31-4B8C-83A1-F6EECF244321}">
                <p14:modId xmlns:p14="http://schemas.microsoft.com/office/powerpoint/2010/main" val="423405305"/>
              </p:ext>
            </p:extLst>
          </p:nvPr>
        </p:nvGraphicFramePr>
        <p:xfrm>
          <a:off x="29502101" y="12801600"/>
          <a:ext cx="12471398" cy="5884944"/>
        </p:xfrm>
        <a:graphic>
          <a:graphicData uri="http://schemas.openxmlformats.org/drawingml/2006/table">
            <a:tbl>
              <a:tblPr firstRow="1" bandRow="1">
                <a:tableStyleId>{5C22544A-7EE6-4342-B048-85BDC9FD1C3A}</a:tableStyleId>
              </a:tblPr>
              <a:tblGrid>
                <a:gridCol w="1751201"/>
                <a:gridCol w="1751201"/>
                <a:gridCol w="1751201"/>
                <a:gridCol w="1751201"/>
                <a:gridCol w="1661140"/>
                <a:gridCol w="1841263"/>
                <a:gridCol w="1964191"/>
              </a:tblGrid>
              <a:tr h="977033">
                <a:tc>
                  <a:txBody>
                    <a:bodyPr/>
                    <a:lstStyle/>
                    <a:p>
                      <a:r>
                        <a:rPr lang="en-US" sz="2400" dirty="0" smtClean="0">
                          <a:latin typeface="Times New Roman" charset="0"/>
                          <a:ea typeface="Times New Roman" charset="0"/>
                          <a:cs typeface="Times New Roman" charset="0"/>
                        </a:rPr>
                        <a:t>Method</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ALL</a:t>
                      </a:r>
                    </a:p>
                    <a:p>
                      <a:r>
                        <a:rPr lang="en-US" sz="2400" dirty="0" smtClean="0">
                          <a:latin typeface="Times New Roman" charset="0"/>
                          <a:ea typeface="Times New Roman" charset="0"/>
                          <a:cs typeface="Times New Roman" charset="0"/>
                        </a:rPr>
                        <a:t>30</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CHF</a:t>
                      </a:r>
                    </a:p>
                    <a:p>
                      <a:r>
                        <a:rPr lang="en-US" sz="2400" dirty="0" smtClean="0">
                          <a:latin typeface="Times New Roman" charset="0"/>
                          <a:ea typeface="Times New Roman" charset="0"/>
                          <a:cs typeface="Times New Roman" charset="0"/>
                        </a:rPr>
                        <a:t>30</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ALL</a:t>
                      </a:r>
                    </a:p>
                    <a:p>
                      <a:r>
                        <a:rPr lang="en-US" sz="2400" dirty="0" smtClean="0">
                          <a:latin typeface="Times New Roman" charset="0"/>
                          <a:ea typeface="Times New Roman" charset="0"/>
                          <a:cs typeface="Times New Roman" charset="0"/>
                        </a:rPr>
                        <a:t>LOS</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CHF</a:t>
                      </a:r>
                    </a:p>
                    <a:p>
                      <a:r>
                        <a:rPr lang="en-US" sz="2400" dirty="0" smtClean="0">
                          <a:latin typeface="Times New Roman" charset="0"/>
                          <a:ea typeface="Times New Roman" charset="0"/>
                          <a:cs typeface="Times New Roman" charset="0"/>
                        </a:rPr>
                        <a:t>LOS</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ALL</a:t>
                      </a:r>
                    </a:p>
                    <a:p>
                      <a:r>
                        <a:rPr lang="en-US" sz="2400" dirty="0" smtClean="0">
                          <a:latin typeface="Times New Roman" charset="0"/>
                          <a:ea typeface="Times New Roman" charset="0"/>
                          <a:cs typeface="Times New Roman" charset="0"/>
                        </a:rPr>
                        <a:t>COST</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CHF</a:t>
                      </a:r>
                    </a:p>
                    <a:p>
                      <a:r>
                        <a:rPr lang="en-US" sz="2400" dirty="0" smtClean="0">
                          <a:latin typeface="Times New Roman" charset="0"/>
                          <a:ea typeface="Times New Roman" charset="0"/>
                          <a:cs typeface="Times New Roman" charset="0"/>
                        </a:rPr>
                        <a:t>COST</a:t>
                      </a:r>
                      <a:endParaRPr lang="en-US" sz="2400" dirty="0">
                        <a:latin typeface="Times New Roman" charset="0"/>
                        <a:ea typeface="Times New Roman" charset="0"/>
                        <a:cs typeface="Times New Roman" charset="0"/>
                      </a:endParaRPr>
                    </a:p>
                  </a:txBody>
                  <a:tcPr/>
                </a:tc>
              </a:tr>
              <a:tr h="535792">
                <a:tc>
                  <a:txBody>
                    <a:bodyPr/>
                    <a:lstStyle/>
                    <a:p>
                      <a:r>
                        <a:rPr lang="en-US" sz="2400" dirty="0" smtClean="0">
                          <a:latin typeface="Times New Roman" charset="0"/>
                          <a:ea typeface="Times New Roman" charset="0"/>
                          <a:cs typeface="Times New Roman" charset="0"/>
                        </a:rPr>
                        <a:t>Random</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50.00</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50.00</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16.67</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16.67</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25.00</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25.00</a:t>
                      </a:r>
                      <a:endParaRPr lang="en-US" sz="2400" dirty="0">
                        <a:latin typeface="Times New Roman" charset="0"/>
                        <a:ea typeface="Times New Roman" charset="0"/>
                        <a:cs typeface="Times New Roman" charset="0"/>
                      </a:endParaRPr>
                    </a:p>
                  </a:txBody>
                  <a:tcPr/>
                </a:tc>
              </a:tr>
              <a:tr h="638319">
                <a:tc>
                  <a:txBody>
                    <a:bodyPr/>
                    <a:lstStyle/>
                    <a:p>
                      <a:r>
                        <a:rPr lang="en-US" sz="2400" dirty="0" smtClean="0">
                          <a:latin typeface="Times New Roman" charset="0"/>
                          <a:ea typeface="Times New Roman" charset="0"/>
                          <a:cs typeface="Times New Roman" charset="0"/>
                        </a:rPr>
                        <a:t>Majority</a:t>
                      </a:r>
                      <a:endParaRPr lang="en-US" sz="2400"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kern="1200" dirty="0" smtClean="0">
                          <a:ln>
                            <a:noFill/>
                          </a:ln>
                          <a:solidFill>
                            <a:schemeClr val="dk1"/>
                          </a:solidFill>
                          <a:latin typeface="Times New Roman" charset="0"/>
                          <a:ea typeface="Times New Roman" charset="0"/>
                          <a:cs typeface="Times New Roman" charset="0"/>
                        </a:rPr>
                        <a:t>0.648</a:t>
                      </a:r>
                      <a:endParaRPr lang="en-US" sz="2400" dirty="0">
                        <a:ln>
                          <a:noFill/>
                        </a:ln>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kern="1200" dirty="0" smtClean="0">
                          <a:solidFill>
                            <a:schemeClr val="dk1"/>
                          </a:solidFill>
                          <a:latin typeface="Times New Roman" charset="0"/>
                          <a:ea typeface="Times New Roman" charset="0"/>
                          <a:cs typeface="Times New Roman" charset="0"/>
                        </a:rPr>
                        <a:t>0.623</a:t>
                      </a:r>
                      <a:endParaRPr lang="en-US" sz="2400"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kern="1200" dirty="0" smtClean="0">
                          <a:solidFill>
                            <a:schemeClr val="dk1"/>
                          </a:solidFill>
                          <a:latin typeface="Times New Roman" charset="0"/>
                          <a:ea typeface="Times New Roman" charset="0"/>
                          <a:cs typeface="Times New Roman" charset="0"/>
                        </a:rPr>
                        <a:t>0.255</a:t>
                      </a:r>
                      <a:endParaRPr lang="en-US" sz="2400"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kern="1200" dirty="0" smtClean="0">
                          <a:solidFill>
                            <a:schemeClr val="dk1"/>
                          </a:solidFill>
                          <a:latin typeface="Times New Roman" charset="0"/>
                          <a:ea typeface="Times New Roman" charset="0"/>
                          <a:cs typeface="Times New Roman" charset="0"/>
                        </a:rPr>
                        <a:t>0.258</a:t>
                      </a:r>
                      <a:endParaRPr lang="en-US" sz="2400"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kern="1200" dirty="0" smtClean="0">
                          <a:solidFill>
                            <a:schemeClr val="dk1"/>
                          </a:solidFill>
                          <a:latin typeface="Times New Roman" charset="0"/>
                          <a:ea typeface="Times New Roman" charset="0"/>
                          <a:cs typeface="Times New Roman" charset="0"/>
                        </a:rPr>
                        <a:t>0.356</a:t>
                      </a:r>
                      <a:endParaRPr lang="en-US" sz="2400"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kern="1200" dirty="0" smtClean="0">
                          <a:solidFill>
                            <a:schemeClr val="dk1"/>
                          </a:solidFill>
                          <a:latin typeface="Times New Roman" charset="0"/>
                          <a:ea typeface="Times New Roman" charset="0"/>
                          <a:cs typeface="Times New Roman" charset="0"/>
                        </a:rPr>
                        <a:t>0.325</a:t>
                      </a:r>
                      <a:endParaRPr lang="en-US" sz="2400"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r>
              <a:tr h="609600">
                <a:tc>
                  <a:txBody>
                    <a:bodyPr/>
                    <a:lstStyle/>
                    <a:p>
                      <a:r>
                        <a:rPr lang="en-US" sz="2400" dirty="0" smtClean="0">
                          <a:latin typeface="Times New Roman" charset="0"/>
                          <a:ea typeface="Times New Roman" charset="0"/>
                          <a:cs typeface="Times New Roman" charset="0"/>
                        </a:rPr>
                        <a:t>2-gram</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kern="1200" dirty="0" smtClean="0">
                          <a:solidFill>
                            <a:schemeClr val="dk1"/>
                          </a:solidFill>
                          <a:latin typeface="Times New Roman" charset="0"/>
                          <a:ea typeface="Times New Roman" charset="0"/>
                          <a:cs typeface="Times New Roman" charset="0"/>
                        </a:rPr>
                        <a:t>0.621</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kern="1200" dirty="0" smtClean="0">
                          <a:solidFill>
                            <a:schemeClr val="dk1"/>
                          </a:solidFill>
                          <a:latin typeface="Times New Roman" charset="0"/>
                          <a:ea typeface="Times New Roman" charset="0"/>
                          <a:cs typeface="Times New Roman" charset="0"/>
                        </a:rPr>
                        <a:t>0.606</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kern="1200" dirty="0" smtClean="0">
                          <a:solidFill>
                            <a:schemeClr val="dk1"/>
                          </a:solidFill>
                          <a:latin typeface="Times New Roman" charset="0"/>
                          <a:ea typeface="Times New Roman" charset="0"/>
                          <a:cs typeface="Times New Roman" charset="0"/>
                        </a:rPr>
                        <a:t>0.266</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kern="1200" dirty="0" smtClean="0">
                          <a:solidFill>
                            <a:schemeClr val="dk1"/>
                          </a:solidFill>
                          <a:latin typeface="Times New Roman" charset="0"/>
                          <a:ea typeface="Times New Roman" charset="0"/>
                          <a:cs typeface="Times New Roman" charset="0"/>
                        </a:rPr>
                        <a:t>0.258</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kern="1200" dirty="0" smtClean="0">
                          <a:solidFill>
                            <a:schemeClr val="dk1"/>
                          </a:solidFill>
                          <a:latin typeface="Times New Roman" charset="0"/>
                          <a:ea typeface="Times New Roman" charset="0"/>
                          <a:cs typeface="Times New Roman" charset="0"/>
                        </a:rPr>
                        <a:t>0.381</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kern="1200" dirty="0" smtClean="0">
                          <a:solidFill>
                            <a:schemeClr val="dk1"/>
                          </a:solidFill>
                          <a:latin typeface="Times New Roman" charset="0"/>
                          <a:ea typeface="Times New Roman" charset="0"/>
                          <a:cs typeface="Times New Roman" charset="0"/>
                        </a:rPr>
                        <a:t>0.336</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r>
              <a:tr h="609600">
                <a:tc>
                  <a:txBody>
                    <a:bodyPr/>
                    <a:lstStyle/>
                    <a:p>
                      <a:r>
                        <a:rPr lang="en-US" sz="2400" dirty="0" smtClean="0">
                          <a:latin typeface="Times New Roman" charset="0"/>
                          <a:ea typeface="Times New Roman" charset="0"/>
                          <a:cs typeface="Times New Roman" charset="0"/>
                        </a:rPr>
                        <a:t>3-gram</a:t>
                      </a:r>
                      <a:endParaRPr lang="en-US" sz="2400" dirty="0">
                        <a:latin typeface="Times New Roman" charset="0"/>
                        <a:ea typeface="Times New Roman" charset="0"/>
                        <a:cs typeface="Times New Roman" charset="0"/>
                      </a:endParaRPr>
                    </a:p>
                  </a:txBody>
                  <a:tcPr/>
                </a:tc>
                <a:tc>
                  <a:txBody>
                    <a:bodyPr/>
                    <a:lstStyle/>
                    <a:p>
                      <a:r>
                        <a:rPr lang="en-US" sz="2400" kern="1200" dirty="0" smtClean="0">
                          <a:solidFill>
                            <a:schemeClr val="dk1"/>
                          </a:solidFill>
                          <a:latin typeface="Times New Roman" charset="0"/>
                          <a:ea typeface="Times New Roman" charset="0"/>
                          <a:cs typeface="Times New Roman" charset="0"/>
                        </a:rPr>
                        <a:t>0.659</a:t>
                      </a:r>
                      <a:endParaRPr lang="en-US" sz="2400" dirty="0">
                        <a:latin typeface="Times New Roman" charset="0"/>
                        <a:ea typeface="Times New Roman" charset="0"/>
                        <a:cs typeface="Times New Roman" charset="0"/>
                      </a:endParaRPr>
                    </a:p>
                  </a:txBody>
                  <a:tcPr/>
                </a:tc>
                <a:tc>
                  <a:txBody>
                    <a:bodyPr/>
                    <a:lstStyle/>
                    <a:p>
                      <a:r>
                        <a:rPr lang="en-US" sz="2400" kern="1200" dirty="0" smtClean="0">
                          <a:solidFill>
                            <a:schemeClr val="dk1"/>
                          </a:solidFill>
                          <a:latin typeface="Times New Roman" charset="0"/>
                          <a:ea typeface="Times New Roman" charset="0"/>
                          <a:cs typeface="Times New Roman" charset="0"/>
                        </a:rPr>
                        <a:t>0.640</a:t>
                      </a:r>
                      <a:endParaRPr lang="en-US" sz="2400" dirty="0">
                        <a:latin typeface="Times New Roman" charset="0"/>
                        <a:ea typeface="Times New Roman" charset="0"/>
                        <a:cs typeface="Times New Roman" charset="0"/>
                      </a:endParaRPr>
                    </a:p>
                  </a:txBody>
                  <a:tcPr/>
                </a:tc>
                <a:tc>
                  <a:txBody>
                    <a:bodyPr/>
                    <a:lstStyle/>
                    <a:p>
                      <a:r>
                        <a:rPr lang="en-US" sz="2400" kern="1200" dirty="0" smtClean="0">
                          <a:solidFill>
                            <a:schemeClr val="dk1"/>
                          </a:solidFill>
                          <a:latin typeface="Times New Roman" charset="0"/>
                          <a:ea typeface="Times New Roman" charset="0"/>
                          <a:cs typeface="Times New Roman" charset="0"/>
                        </a:rPr>
                        <a:t>0.272</a:t>
                      </a:r>
                      <a:endParaRPr lang="en-US" sz="2400" dirty="0">
                        <a:latin typeface="Times New Roman" charset="0"/>
                        <a:ea typeface="Times New Roman" charset="0"/>
                        <a:cs typeface="Times New Roman" charset="0"/>
                      </a:endParaRPr>
                    </a:p>
                  </a:txBody>
                  <a:tcPr/>
                </a:tc>
                <a:tc>
                  <a:txBody>
                    <a:bodyPr/>
                    <a:lstStyle/>
                    <a:p>
                      <a:r>
                        <a:rPr lang="en-US" sz="2400" kern="1200" dirty="0" smtClean="0">
                          <a:solidFill>
                            <a:schemeClr val="dk1"/>
                          </a:solidFill>
                          <a:latin typeface="Times New Roman" charset="0"/>
                          <a:ea typeface="Times New Roman" charset="0"/>
                          <a:cs typeface="Times New Roman" charset="0"/>
                        </a:rPr>
                        <a:t>0.267</a:t>
                      </a:r>
                      <a:endParaRPr lang="en-US" sz="2400" dirty="0">
                        <a:latin typeface="Times New Roman" charset="0"/>
                        <a:ea typeface="Times New Roman" charset="0"/>
                        <a:cs typeface="Times New Roman" charset="0"/>
                      </a:endParaRPr>
                    </a:p>
                  </a:txBody>
                  <a:tcPr/>
                </a:tc>
                <a:tc>
                  <a:txBody>
                    <a:bodyPr/>
                    <a:lstStyle/>
                    <a:p>
                      <a:r>
                        <a:rPr lang="en-US" sz="2400" kern="1200" dirty="0" smtClean="0">
                          <a:solidFill>
                            <a:schemeClr val="dk1"/>
                          </a:solidFill>
                          <a:latin typeface="Times New Roman" charset="0"/>
                          <a:ea typeface="Times New Roman" charset="0"/>
                          <a:cs typeface="Times New Roman" charset="0"/>
                        </a:rPr>
                        <a:t>0.408</a:t>
                      </a:r>
                      <a:endParaRPr lang="en-US" sz="2400" dirty="0">
                        <a:latin typeface="Times New Roman" charset="0"/>
                        <a:ea typeface="Times New Roman" charset="0"/>
                        <a:cs typeface="Times New Roman" charset="0"/>
                      </a:endParaRPr>
                    </a:p>
                  </a:txBody>
                  <a:tcPr/>
                </a:tc>
                <a:tc>
                  <a:txBody>
                    <a:bodyPr/>
                    <a:lstStyle/>
                    <a:p>
                      <a:r>
                        <a:rPr lang="en-US" sz="2400" kern="1200" dirty="0" smtClean="0">
                          <a:solidFill>
                            <a:schemeClr val="dk1"/>
                          </a:solidFill>
                          <a:latin typeface="Times New Roman" charset="0"/>
                          <a:ea typeface="Times New Roman" charset="0"/>
                          <a:cs typeface="Times New Roman" charset="0"/>
                        </a:rPr>
                        <a:t>0.342</a:t>
                      </a:r>
                      <a:endParaRPr lang="en-US" sz="2400" dirty="0">
                        <a:latin typeface="Times New Roman" charset="0"/>
                        <a:ea typeface="Times New Roman" charset="0"/>
                        <a:cs typeface="Times New Roman" charset="0"/>
                      </a:endParaRPr>
                    </a:p>
                  </a:txBody>
                  <a:tcPr/>
                </a:tc>
              </a:tr>
              <a:tr h="685800">
                <a:tc>
                  <a:txBody>
                    <a:bodyPr/>
                    <a:lstStyle/>
                    <a:p>
                      <a:r>
                        <a:rPr lang="en-US" sz="2400" dirty="0" smtClean="0">
                          <a:latin typeface="Times New Roman" charset="0"/>
                          <a:ea typeface="Times New Roman" charset="0"/>
                          <a:cs typeface="Times New Roman" charset="0"/>
                        </a:rPr>
                        <a:t>4-gram</a:t>
                      </a:r>
                      <a:endParaRPr lang="en-US" sz="2400" dirty="0">
                        <a:latin typeface="Times New Roman" charset="0"/>
                        <a:ea typeface="Times New Roman" charset="0"/>
                        <a:cs typeface="Times New Roman" charset="0"/>
                      </a:endParaRPr>
                    </a:p>
                  </a:txBody>
                  <a:tcPr/>
                </a:tc>
                <a:tc>
                  <a:txBody>
                    <a:bodyPr/>
                    <a:lstStyle/>
                    <a:p>
                      <a:r>
                        <a:rPr lang="en-US" sz="2400" kern="1200" dirty="0" smtClean="0">
                          <a:solidFill>
                            <a:schemeClr val="dk1"/>
                          </a:solidFill>
                          <a:latin typeface="Times New Roman" charset="0"/>
                          <a:ea typeface="Times New Roman" charset="0"/>
                          <a:cs typeface="Times New Roman" charset="0"/>
                        </a:rPr>
                        <a:t>0.659</a:t>
                      </a:r>
                      <a:endParaRPr lang="en-US" sz="2400" dirty="0">
                        <a:latin typeface="Times New Roman" charset="0"/>
                        <a:ea typeface="Times New Roman" charset="0"/>
                        <a:cs typeface="Times New Roman" charset="0"/>
                      </a:endParaRPr>
                    </a:p>
                  </a:txBody>
                  <a:tcPr/>
                </a:tc>
                <a:tc>
                  <a:txBody>
                    <a:bodyPr/>
                    <a:lstStyle/>
                    <a:p>
                      <a:r>
                        <a:rPr lang="en-US" sz="2400" kern="1200" dirty="0" smtClean="0">
                          <a:solidFill>
                            <a:schemeClr val="dk1"/>
                          </a:solidFill>
                          <a:latin typeface="Times New Roman" charset="0"/>
                          <a:ea typeface="Times New Roman" charset="0"/>
                          <a:cs typeface="Times New Roman" charset="0"/>
                        </a:rPr>
                        <a:t>0.640</a:t>
                      </a:r>
                      <a:endParaRPr lang="en-US" sz="2400" dirty="0">
                        <a:latin typeface="Times New Roman" charset="0"/>
                        <a:ea typeface="Times New Roman" charset="0"/>
                        <a:cs typeface="Times New Roman" charset="0"/>
                      </a:endParaRPr>
                    </a:p>
                  </a:txBody>
                  <a:tcPr/>
                </a:tc>
                <a:tc>
                  <a:txBody>
                    <a:bodyPr/>
                    <a:lstStyle/>
                    <a:p>
                      <a:r>
                        <a:rPr lang="en-US" sz="2400" kern="1200" dirty="0" smtClean="0">
                          <a:solidFill>
                            <a:schemeClr val="dk1"/>
                          </a:solidFill>
                          <a:latin typeface="Times New Roman" charset="0"/>
                          <a:ea typeface="Times New Roman" charset="0"/>
                          <a:cs typeface="Times New Roman" charset="0"/>
                        </a:rPr>
                        <a:t>0.273</a:t>
                      </a:r>
                      <a:endParaRPr lang="en-US" sz="2400" dirty="0">
                        <a:latin typeface="Times New Roman" charset="0"/>
                        <a:ea typeface="Times New Roman" charset="0"/>
                        <a:cs typeface="Times New Roman" charset="0"/>
                      </a:endParaRPr>
                    </a:p>
                  </a:txBody>
                  <a:tcPr/>
                </a:tc>
                <a:tc>
                  <a:txBody>
                    <a:bodyPr/>
                    <a:lstStyle/>
                    <a:p>
                      <a:r>
                        <a:rPr lang="en-US" sz="2400" b="1" kern="1200" dirty="0" smtClean="0">
                          <a:solidFill>
                            <a:schemeClr val="dk1"/>
                          </a:solidFill>
                          <a:latin typeface="Times New Roman" charset="0"/>
                          <a:ea typeface="Times New Roman" charset="0"/>
                          <a:cs typeface="Times New Roman" charset="0"/>
                        </a:rPr>
                        <a:t>0.269</a:t>
                      </a:r>
                      <a:endParaRPr lang="en-US" sz="2400" b="1" dirty="0">
                        <a:latin typeface="Times New Roman" charset="0"/>
                        <a:ea typeface="Times New Roman" charset="0"/>
                        <a:cs typeface="Times New Roman" charset="0"/>
                      </a:endParaRPr>
                    </a:p>
                  </a:txBody>
                  <a:tcPr/>
                </a:tc>
                <a:tc>
                  <a:txBody>
                    <a:bodyPr/>
                    <a:lstStyle/>
                    <a:p>
                      <a:r>
                        <a:rPr lang="en-US" sz="2400" b="1" kern="1200" dirty="0" smtClean="0">
                          <a:solidFill>
                            <a:schemeClr val="dk1"/>
                          </a:solidFill>
                          <a:latin typeface="Times New Roman" charset="0"/>
                          <a:ea typeface="Times New Roman" charset="0"/>
                          <a:cs typeface="Times New Roman" charset="0"/>
                        </a:rPr>
                        <a:t>0.418</a:t>
                      </a:r>
                      <a:endParaRPr lang="en-US" sz="2400" b="1" dirty="0">
                        <a:latin typeface="Times New Roman" charset="0"/>
                        <a:ea typeface="Times New Roman" charset="0"/>
                        <a:cs typeface="Times New Roman" charset="0"/>
                      </a:endParaRPr>
                    </a:p>
                  </a:txBody>
                  <a:tcPr/>
                </a:tc>
                <a:tc>
                  <a:txBody>
                    <a:bodyPr/>
                    <a:lstStyle/>
                    <a:p>
                      <a:r>
                        <a:rPr lang="en-US" sz="2400" kern="1200" dirty="0" smtClean="0">
                          <a:solidFill>
                            <a:schemeClr val="dk1"/>
                          </a:solidFill>
                          <a:latin typeface="Times New Roman" charset="0"/>
                          <a:ea typeface="Times New Roman" charset="0"/>
                          <a:cs typeface="Times New Roman" charset="0"/>
                        </a:rPr>
                        <a:t>0.348</a:t>
                      </a:r>
                      <a:endParaRPr lang="en-US" sz="2400" dirty="0">
                        <a:latin typeface="Times New Roman" charset="0"/>
                        <a:ea typeface="Times New Roman" charset="0"/>
                        <a:cs typeface="Times New Roman" charset="0"/>
                      </a:endParaRPr>
                    </a:p>
                  </a:txBody>
                  <a:tcPr/>
                </a:tc>
              </a:tr>
              <a:tr h="609600">
                <a:tc>
                  <a:txBody>
                    <a:bodyPr/>
                    <a:lstStyle/>
                    <a:p>
                      <a:r>
                        <a:rPr lang="en-US" sz="2400" dirty="0" smtClean="0">
                          <a:latin typeface="Times New Roman" charset="0"/>
                          <a:ea typeface="Times New Roman" charset="0"/>
                          <a:cs typeface="Times New Roman" charset="0"/>
                        </a:rPr>
                        <a:t>5-gram</a:t>
                      </a:r>
                      <a:endParaRPr lang="en-US" sz="2400" dirty="0">
                        <a:latin typeface="Times New Roman" charset="0"/>
                        <a:ea typeface="Times New Roman" charset="0"/>
                        <a:cs typeface="Times New Roman" charset="0"/>
                      </a:endParaRPr>
                    </a:p>
                  </a:txBody>
                  <a:tcPr/>
                </a:tc>
                <a:tc>
                  <a:txBody>
                    <a:bodyPr/>
                    <a:lstStyle/>
                    <a:p>
                      <a:r>
                        <a:rPr lang="en-US" sz="2400" b="1" kern="1200" dirty="0" smtClean="0">
                          <a:solidFill>
                            <a:schemeClr val="dk1"/>
                          </a:solidFill>
                          <a:latin typeface="Times New Roman" charset="0"/>
                          <a:ea typeface="Times New Roman" charset="0"/>
                          <a:cs typeface="Times New Roman" charset="0"/>
                        </a:rPr>
                        <a:t>0.662</a:t>
                      </a:r>
                      <a:endParaRPr lang="en-US" sz="2400" b="1" dirty="0">
                        <a:latin typeface="Times New Roman" charset="0"/>
                        <a:ea typeface="Times New Roman" charset="0"/>
                        <a:cs typeface="Times New Roman" charset="0"/>
                      </a:endParaRPr>
                    </a:p>
                  </a:txBody>
                  <a:tcPr/>
                </a:tc>
                <a:tc>
                  <a:txBody>
                    <a:bodyPr/>
                    <a:lstStyle/>
                    <a:p>
                      <a:r>
                        <a:rPr lang="en-US" sz="2400" b="1" kern="1200" dirty="0" smtClean="0">
                          <a:solidFill>
                            <a:schemeClr val="dk1"/>
                          </a:solidFill>
                          <a:latin typeface="Times New Roman" charset="0"/>
                          <a:ea typeface="Times New Roman" charset="0"/>
                          <a:cs typeface="Times New Roman" charset="0"/>
                        </a:rPr>
                        <a:t>0.642</a:t>
                      </a:r>
                      <a:endParaRPr lang="en-US" sz="2400" b="1" dirty="0">
                        <a:latin typeface="Times New Roman" charset="0"/>
                        <a:ea typeface="Times New Roman" charset="0"/>
                        <a:cs typeface="Times New Roman" charset="0"/>
                      </a:endParaRPr>
                    </a:p>
                  </a:txBody>
                  <a:tcPr/>
                </a:tc>
                <a:tc>
                  <a:txBody>
                    <a:bodyPr/>
                    <a:lstStyle/>
                    <a:p>
                      <a:r>
                        <a:rPr lang="en-US" sz="2400" b="1" kern="1200" dirty="0" smtClean="0">
                          <a:solidFill>
                            <a:schemeClr val="dk1"/>
                          </a:solidFill>
                          <a:latin typeface="Times New Roman" charset="0"/>
                          <a:ea typeface="Times New Roman" charset="0"/>
                          <a:cs typeface="Times New Roman" charset="0"/>
                        </a:rPr>
                        <a:t>0.274</a:t>
                      </a:r>
                      <a:endParaRPr lang="en-US" sz="2400" b="1" dirty="0">
                        <a:latin typeface="Times New Roman" charset="0"/>
                        <a:ea typeface="Times New Roman" charset="0"/>
                        <a:cs typeface="Times New Roman" charset="0"/>
                      </a:endParaRPr>
                    </a:p>
                  </a:txBody>
                  <a:tcPr/>
                </a:tc>
                <a:tc>
                  <a:txBody>
                    <a:bodyPr/>
                    <a:lstStyle/>
                    <a:p>
                      <a:r>
                        <a:rPr lang="en-US" sz="2400" b="1" kern="1200" dirty="0" smtClean="0">
                          <a:solidFill>
                            <a:schemeClr val="dk1"/>
                          </a:solidFill>
                          <a:latin typeface="Times New Roman" charset="0"/>
                          <a:ea typeface="Times New Roman" charset="0"/>
                          <a:cs typeface="Times New Roman" charset="0"/>
                        </a:rPr>
                        <a:t>0.269</a:t>
                      </a:r>
                      <a:endParaRPr lang="en-US" sz="2400" b="1" dirty="0">
                        <a:latin typeface="Times New Roman" charset="0"/>
                        <a:ea typeface="Times New Roman" charset="0"/>
                        <a:cs typeface="Times New Roman" charset="0"/>
                      </a:endParaRPr>
                    </a:p>
                  </a:txBody>
                  <a:tcPr/>
                </a:tc>
                <a:tc>
                  <a:txBody>
                    <a:bodyPr/>
                    <a:lstStyle/>
                    <a:p>
                      <a:r>
                        <a:rPr lang="en-US" sz="2400" kern="1200" dirty="0" smtClean="0">
                          <a:solidFill>
                            <a:schemeClr val="dk1"/>
                          </a:solidFill>
                          <a:latin typeface="Times New Roman" charset="0"/>
                          <a:ea typeface="Times New Roman" charset="0"/>
                          <a:cs typeface="Times New Roman" charset="0"/>
                        </a:rPr>
                        <a:t>0.416</a:t>
                      </a:r>
                      <a:endParaRPr lang="en-US" sz="2400" dirty="0">
                        <a:latin typeface="Times New Roman" charset="0"/>
                        <a:ea typeface="Times New Roman" charset="0"/>
                        <a:cs typeface="Times New Roman" charset="0"/>
                      </a:endParaRPr>
                    </a:p>
                  </a:txBody>
                  <a:tcPr/>
                </a:tc>
                <a:tc>
                  <a:txBody>
                    <a:bodyPr/>
                    <a:lstStyle/>
                    <a:p>
                      <a:r>
                        <a:rPr lang="en-US" sz="2400" b="1" kern="1200" dirty="0" smtClean="0">
                          <a:solidFill>
                            <a:schemeClr val="dk1"/>
                          </a:solidFill>
                          <a:latin typeface="Times New Roman" charset="0"/>
                          <a:ea typeface="Times New Roman" charset="0"/>
                          <a:cs typeface="Times New Roman" charset="0"/>
                        </a:rPr>
                        <a:t>0.353</a:t>
                      </a:r>
                      <a:endParaRPr lang="en-US" sz="2400" b="1" dirty="0">
                        <a:latin typeface="Times New Roman" charset="0"/>
                        <a:ea typeface="Times New Roman" charset="0"/>
                        <a:cs typeface="Times New Roman" charset="0"/>
                      </a:endParaRPr>
                    </a:p>
                  </a:txBody>
                  <a:tcPr/>
                </a:tc>
              </a:tr>
              <a:tr h="609600">
                <a:tc>
                  <a:txBody>
                    <a:bodyPr/>
                    <a:lstStyle/>
                    <a:p>
                      <a:r>
                        <a:rPr lang="en-US" sz="2400" dirty="0" smtClean="0">
                          <a:latin typeface="Times New Roman" charset="0"/>
                          <a:ea typeface="Times New Roman" charset="0"/>
                          <a:cs typeface="Times New Roman" charset="0"/>
                        </a:rPr>
                        <a:t>6-gram</a:t>
                      </a:r>
                      <a:endParaRPr lang="en-US" sz="2400"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b="1" dirty="0" smtClean="0">
                          <a:latin typeface="Times New Roman" charset="0"/>
                          <a:ea typeface="Times New Roman" charset="0"/>
                          <a:cs typeface="Times New Roman" charset="0"/>
                        </a:rPr>
                        <a:t>0.662</a:t>
                      </a:r>
                      <a:endParaRPr lang="en-US" sz="2400" b="1"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b="1" kern="1200" dirty="0" smtClean="0">
                          <a:solidFill>
                            <a:schemeClr val="dk1"/>
                          </a:solidFill>
                          <a:latin typeface="Times New Roman" charset="0"/>
                          <a:ea typeface="Times New Roman" charset="0"/>
                          <a:cs typeface="Times New Roman" charset="0"/>
                        </a:rPr>
                        <a:t>0.642</a:t>
                      </a:r>
                      <a:endParaRPr lang="en-US" sz="2400" b="1"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kern="1200" dirty="0" smtClean="0">
                          <a:solidFill>
                            <a:schemeClr val="dk1"/>
                          </a:solidFill>
                          <a:latin typeface="Times New Roman" charset="0"/>
                          <a:ea typeface="Times New Roman" charset="0"/>
                          <a:cs typeface="Times New Roman" charset="0"/>
                        </a:rPr>
                        <a:t>0.271</a:t>
                      </a:r>
                      <a:endParaRPr lang="en-US" sz="2400"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kern="1200" dirty="0" smtClean="0">
                          <a:solidFill>
                            <a:schemeClr val="dk1"/>
                          </a:solidFill>
                          <a:latin typeface="Times New Roman" charset="0"/>
                          <a:ea typeface="Times New Roman" charset="0"/>
                          <a:cs typeface="Times New Roman" charset="0"/>
                        </a:rPr>
                        <a:t>0.262</a:t>
                      </a:r>
                      <a:endParaRPr lang="en-US" sz="2400"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kern="1200" dirty="0" smtClean="0">
                          <a:solidFill>
                            <a:schemeClr val="dk1"/>
                          </a:solidFill>
                          <a:latin typeface="Times New Roman" charset="0"/>
                          <a:ea typeface="Times New Roman" charset="0"/>
                          <a:cs typeface="Times New Roman" charset="0"/>
                        </a:rPr>
                        <a:t>0.417</a:t>
                      </a:r>
                      <a:endParaRPr lang="en-US" sz="2400"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c>
                  <a:txBody>
                    <a:bodyPr/>
                    <a:lstStyle/>
                    <a:p>
                      <a:r>
                        <a:rPr lang="en-US" sz="2400" kern="1200" dirty="0" smtClean="0">
                          <a:solidFill>
                            <a:schemeClr val="dk1"/>
                          </a:solidFill>
                          <a:latin typeface="Times New Roman" charset="0"/>
                          <a:ea typeface="Times New Roman" charset="0"/>
                          <a:cs typeface="Times New Roman" charset="0"/>
                        </a:rPr>
                        <a:t>0.347</a:t>
                      </a:r>
                      <a:endParaRPr lang="en-US" sz="2400" dirty="0">
                        <a:latin typeface="Times New Roman" charset="0"/>
                        <a:ea typeface="Times New Roman" charset="0"/>
                        <a:cs typeface="Times New Roman" charset="0"/>
                      </a:endParaRPr>
                    </a:p>
                  </a:txBody>
                  <a:tcPr>
                    <a:lnB w="12700" cap="flat" cmpd="sng" algn="ctr">
                      <a:solidFill>
                        <a:schemeClr val="tx1"/>
                      </a:solidFill>
                      <a:prstDash val="solid"/>
                      <a:round/>
                      <a:headEnd type="none" w="med" len="med"/>
                      <a:tailEnd type="none" w="med" len="med"/>
                    </a:lnB>
                  </a:tcPr>
                </a:tc>
              </a:tr>
              <a:tr h="609600">
                <a:tc>
                  <a:txBody>
                    <a:bodyPr/>
                    <a:lstStyle/>
                    <a:p>
                      <a:r>
                        <a:rPr lang="en-US" sz="2400" dirty="0" smtClean="0">
                          <a:latin typeface="Times New Roman" charset="0"/>
                          <a:ea typeface="Times New Roman" charset="0"/>
                          <a:cs typeface="Times New Roman" charset="0"/>
                        </a:rPr>
                        <a:t>HMM</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b="0" i="0" u="none" strike="noStrike" kern="1200" dirty="0" smtClean="0">
                          <a:solidFill>
                            <a:schemeClr val="dk1"/>
                          </a:solidFill>
                          <a:effectLst/>
                          <a:latin typeface="Times New Roman" charset="0"/>
                          <a:ea typeface="Times New Roman" charset="0"/>
                          <a:cs typeface="Times New Roman" charset="0"/>
                        </a:rPr>
                        <a:t>0.652</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b="0" i="0" u="none" strike="noStrike" kern="1200" dirty="0" smtClean="0">
                          <a:solidFill>
                            <a:schemeClr val="dk1"/>
                          </a:solidFill>
                          <a:effectLst/>
                          <a:latin typeface="Times New Roman" charset="0"/>
                          <a:ea typeface="Times New Roman" charset="0"/>
                          <a:cs typeface="Times New Roman" charset="0"/>
                        </a:rPr>
                        <a:t>0.634</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b="0" i="0" u="none" strike="noStrike" kern="1200" dirty="0" smtClean="0">
                          <a:solidFill>
                            <a:schemeClr val="dk1"/>
                          </a:solidFill>
                          <a:effectLst/>
                          <a:latin typeface="Times New Roman" charset="0"/>
                          <a:ea typeface="Times New Roman" charset="0"/>
                          <a:cs typeface="Times New Roman" charset="0"/>
                        </a:rPr>
                        <a:t>0.222</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b="0" i="0" u="none" strike="noStrike" kern="1200" dirty="0" smtClean="0">
                          <a:solidFill>
                            <a:schemeClr val="dk1"/>
                          </a:solidFill>
                          <a:effectLst/>
                          <a:latin typeface="Times New Roman" charset="0"/>
                          <a:ea typeface="Times New Roman" charset="0"/>
                          <a:cs typeface="Times New Roman" charset="0"/>
                        </a:rPr>
                        <a:t>0.238</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b="0" i="0" u="none" strike="noStrike" kern="1200" dirty="0" smtClean="0">
                          <a:solidFill>
                            <a:schemeClr val="dk1"/>
                          </a:solidFill>
                          <a:effectLst/>
                          <a:latin typeface="Times New Roman" charset="0"/>
                          <a:ea typeface="Times New Roman" charset="0"/>
                          <a:cs typeface="Times New Roman" charset="0"/>
                        </a:rPr>
                        <a:t>0.378</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c>
                  <a:txBody>
                    <a:bodyPr/>
                    <a:lstStyle/>
                    <a:p>
                      <a:r>
                        <a:rPr lang="en-US" sz="2400" b="0" i="0" u="none" strike="noStrike" kern="1200" dirty="0" smtClean="0">
                          <a:solidFill>
                            <a:schemeClr val="dk1"/>
                          </a:solidFill>
                          <a:effectLst/>
                          <a:latin typeface="Times New Roman" charset="0"/>
                          <a:ea typeface="Times New Roman" charset="0"/>
                          <a:cs typeface="Times New Roman" charset="0"/>
                        </a:rPr>
                        <a:t>0.325</a:t>
                      </a:r>
                      <a:endParaRPr lang="en-US" sz="2400" dirty="0">
                        <a:latin typeface="Times New Roman" charset="0"/>
                        <a:ea typeface="Times New Roman" charset="0"/>
                        <a:cs typeface="Times New Roman" charset="0"/>
                      </a:endParaRPr>
                    </a:p>
                  </a:txBody>
                  <a:tcPr>
                    <a:lnT w="12700" cap="flat" cmpd="sng" algn="ctr">
                      <a:solidFill>
                        <a:schemeClr val="tx1"/>
                      </a:solidFill>
                      <a:prstDash val="solid"/>
                      <a:round/>
                      <a:headEnd type="none" w="med" len="med"/>
                      <a:tailEnd type="none" w="med" len="med"/>
                    </a:lnT>
                  </a:tcPr>
                </a:tc>
              </a:tr>
            </a:tbl>
          </a:graphicData>
        </a:graphic>
      </p:graphicFrame>
      <p:sp>
        <p:nvSpPr>
          <p:cNvPr id="2" name="TextBox 1"/>
          <p:cNvSpPr txBox="1"/>
          <p:nvPr/>
        </p:nvSpPr>
        <p:spPr>
          <a:xfrm>
            <a:off x="7924800" y="9448800"/>
            <a:ext cx="5943601" cy="1569660"/>
          </a:xfrm>
          <a:prstGeom prst="rect">
            <a:avLst/>
          </a:prstGeom>
          <a:noFill/>
        </p:spPr>
        <p:txBody>
          <a:bodyPr wrap="square" rtlCol="0">
            <a:spAutoFit/>
          </a:bodyPr>
          <a:lstStyle/>
          <a:p>
            <a:r>
              <a:rPr lang="en-US" sz="2400" dirty="0">
                <a:latin typeface="Times New Roman" charset="0"/>
                <a:ea typeface="Times New Roman" charset="0"/>
                <a:cs typeface="Times New Roman" charset="0"/>
              </a:rPr>
              <a:t>There are about 34 million hospital admissions annually </a:t>
            </a:r>
            <a:r>
              <a:rPr lang="en-US" sz="2400" dirty="0" smtClean="0">
                <a:latin typeface="Times New Roman" charset="0"/>
                <a:ea typeface="Times New Roman" charset="0"/>
                <a:cs typeface="Times New Roman" charset="0"/>
              </a:rPr>
              <a:t>in the </a:t>
            </a:r>
            <a:r>
              <a:rPr lang="en-US" sz="2400" dirty="0">
                <a:latin typeface="Times New Roman" charset="0"/>
                <a:ea typeface="Times New Roman" charset="0"/>
                <a:cs typeface="Times New Roman" charset="0"/>
              </a:rPr>
              <a:t>U.S., </a:t>
            </a:r>
            <a:r>
              <a:rPr lang="en-US" sz="2400" dirty="0" smtClean="0">
                <a:latin typeface="Times New Roman" charset="0"/>
                <a:ea typeface="Times New Roman" charset="0"/>
                <a:cs typeface="Times New Roman" charset="0"/>
              </a:rPr>
              <a:t/>
            </a:r>
            <a:br>
              <a:rPr lang="en-US" sz="2400" dirty="0" smtClean="0">
                <a:latin typeface="Times New Roman" charset="0"/>
                <a:ea typeface="Times New Roman" charset="0"/>
                <a:cs typeface="Times New Roman" charset="0"/>
              </a:rPr>
            </a:br>
            <a:r>
              <a:rPr lang="en-US" sz="2400" dirty="0" smtClean="0">
                <a:latin typeface="Times New Roman" charset="0"/>
                <a:ea typeface="Times New Roman" charset="0"/>
                <a:cs typeface="Times New Roman" charset="0"/>
              </a:rPr>
              <a:t>with </a:t>
            </a:r>
            <a:r>
              <a:rPr lang="en-US" sz="2400" dirty="0">
                <a:latin typeface="Times New Roman" charset="0"/>
                <a:ea typeface="Times New Roman" charset="0"/>
                <a:cs typeface="Times New Roman" charset="0"/>
              </a:rPr>
              <a:t>1 in 5 patients </a:t>
            </a:r>
            <a:r>
              <a:rPr lang="en-US" sz="2400" dirty="0" smtClean="0">
                <a:latin typeface="Times New Roman" charset="0"/>
                <a:ea typeface="Times New Roman" charset="0"/>
                <a:cs typeface="Times New Roman" charset="0"/>
              </a:rPr>
              <a:t>being readmitted </a:t>
            </a:r>
            <a:r>
              <a:rPr lang="en-US" sz="2400" dirty="0">
                <a:latin typeface="Times New Roman" charset="0"/>
                <a:ea typeface="Times New Roman" charset="0"/>
                <a:cs typeface="Times New Roman" charset="0"/>
              </a:rPr>
              <a:t>to the </a:t>
            </a:r>
            <a:r>
              <a:rPr lang="en-US" sz="2400" dirty="0" smtClean="0">
                <a:latin typeface="Times New Roman" charset="0"/>
                <a:ea typeface="Times New Roman" charset="0"/>
                <a:cs typeface="Times New Roman" charset="0"/>
              </a:rPr>
              <a:t>hospital </a:t>
            </a:r>
            <a:r>
              <a:rPr lang="en-US" sz="2400" dirty="0">
                <a:latin typeface="Times New Roman" charset="0"/>
                <a:ea typeface="Times New Roman" charset="0"/>
                <a:cs typeface="Times New Roman" charset="0"/>
              </a:rPr>
              <a:t>within 30 days of being discharged</a:t>
            </a:r>
            <a:r>
              <a:rPr lang="en-US" sz="2400" dirty="0" smtClean="0">
                <a:latin typeface="Times New Roman" charset="0"/>
                <a:ea typeface="Times New Roman" charset="0"/>
                <a:cs typeface="Times New Roman" charset="0"/>
              </a:rPr>
              <a:t>.</a:t>
            </a:r>
          </a:p>
        </p:txBody>
      </p:sp>
      <p:sp>
        <p:nvSpPr>
          <p:cNvPr id="29" name="TextBox 28"/>
          <p:cNvSpPr txBox="1"/>
          <p:nvPr/>
        </p:nvSpPr>
        <p:spPr>
          <a:xfrm>
            <a:off x="1870574" y="12534926"/>
            <a:ext cx="12224786" cy="1200329"/>
          </a:xfrm>
          <a:prstGeom prst="rect">
            <a:avLst/>
          </a:prstGeom>
          <a:noFill/>
        </p:spPr>
        <p:txBody>
          <a:bodyPr wrap="square" rtlCol="0">
            <a:spAutoFit/>
          </a:bodyPr>
          <a:lstStyle/>
          <a:p>
            <a:r>
              <a:rPr lang="en-US" sz="2400" dirty="0" smtClean="0">
                <a:latin typeface="Times New Roman" charset="0"/>
                <a:ea typeface="Times New Roman" charset="0"/>
                <a:cs typeface="Times New Roman" charset="0"/>
              </a:rPr>
              <a:t>Being </a:t>
            </a:r>
            <a:r>
              <a:rPr lang="en-US" sz="2400" dirty="0">
                <a:latin typeface="Times New Roman" charset="0"/>
                <a:ea typeface="Times New Roman" charset="0"/>
                <a:cs typeface="Times New Roman" charset="0"/>
              </a:rPr>
              <a:t>able to stratify patients according to 30-day </a:t>
            </a:r>
            <a:r>
              <a:rPr lang="en-US" sz="2400" dirty="0" smtClean="0">
                <a:latin typeface="Times New Roman" charset="0"/>
                <a:ea typeface="Times New Roman" charset="0"/>
                <a:cs typeface="Times New Roman" charset="0"/>
              </a:rPr>
              <a:t>hospital </a:t>
            </a:r>
            <a:r>
              <a:rPr lang="en-US" sz="2400" dirty="0">
                <a:latin typeface="Times New Roman" charset="0"/>
                <a:ea typeface="Times New Roman" charset="0"/>
                <a:cs typeface="Times New Roman" charset="0"/>
              </a:rPr>
              <a:t>readmission risk, anticipated length and cost of stay </a:t>
            </a:r>
            <a:r>
              <a:rPr lang="en-US" sz="2400" dirty="0" smtClean="0">
                <a:latin typeface="Times New Roman" charset="0"/>
                <a:ea typeface="Times New Roman" charset="0"/>
                <a:cs typeface="Times New Roman" charset="0"/>
              </a:rPr>
              <a:t>can guide </a:t>
            </a:r>
            <a:r>
              <a:rPr lang="en-US" sz="2400" dirty="0">
                <a:latin typeface="Times New Roman" charset="0"/>
                <a:ea typeface="Times New Roman" charset="0"/>
                <a:cs typeface="Times New Roman" charset="0"/>
              </a:rPr>
              <a:t>clinicians in discharge planning and </a:t>
            </a:r>
            <a:r>
              <a:rPr lang="en-US" sz="2400" dirty="0" smtClean="0">
                <a:latin typeface="Times New Roman" charset="0"/>
                <a:ea typeface="Times New Roman" charset="0"/>
                <a:cs typeface="Times New Roman" charset="0"/>
              </a:rPr>
              <a:t>intervention recommendation</a:t>
            </a:r>
            <a:r>
              <a:rPr lang="en-US" sz="2400" dirty="0">
                <a:latin typeface="Times New Roman" charset="0"/>
                <a:ea typeface="Times New Roman" charset="0"/>
                <a:cs typeface="Times New Roman" charset="0"/>
              </a:rPr>
              <a:t>, leading to an increase of quality of care, and </a:t>
            </a:r>
            <a:r>
              <a:rPr lang="en-US" sz="2400" dirty="0" smtClean="0">
                <a:latin typeface="Times New Roman" charset="0"/>
                <a:ea typeface="Times New Roman" charset="0"/>
                <a:cs typeface="Times New Roman" charset="0"/>
              </a:rPr>
              <a:t>a decrease </a:t>
            </a:r>
            <a:r>
              <a:rPr lang="en-US" sz="2400" dirty="0">
                <a:latin typeface="Times New Roman" charset="0"/>
                <a:ea typeface="Times New Roman" charset="0"/>
                <a:cs typeface="Times New Roman" charset="0"/>
              </a:rPr>
              <a:t>of healthcare cost.</a:t>
            </a:r>
          </a:p>
        </p:txBody>
      </p:sp>
      <p:graphicFrame>
        <p:nvGraphicFramePr>
          <p:cNvPr id="8" name="Table 7"/>
          <p:cNvGraphicFramePr>
            <a:graphicFrameLocks noGrp="1"/>
          </p:cNvGraphicFramePr>
          <p:nvPr>
            <p:extLst>
              <p:ext uri="{D42A27DB-BD31-4B8C-83A1-F6EECF244321}">
                <p14:modId xmlns:p14="http://schemas.microsoft.com/office/powerpoint/2010/main" val="1971258536"/>
              </p:ext>
            </p:extLst>
          </p:nvPr>
        </p:nvGraphicFramePr>
        <p:xfrm>
          <a:off x="3030016" y="15061810"/>
          <a:ext cx="9982201" cy="2721470"/>
        </p:xfrm>
        <a:graphic>
          <a:graphicData uri="http://schemas.openxmlformats.org/drawingml/2006/table">
            <a:tbl>
              <a:tblPr firstRow="1" bandRow="1">
                <a:tableStyleId>{5C22544A-7EE6-4342-B048-85BDC9FD1C3A}</a:tableStyleId>
              </a:tblPr>
              <a:tblGrid>
                <a:gridCol w="8610601"/>
                <a:gridCol w="1371600"/>
              </a:tblGrid>
              <a:tr h="721475">
                <a:tc>
                  <a:txBody>
                    <a:bodyPr/>
                    <a:lstStyle/>
                    <a:p>
                      <a:r>
                        <a:rPr lang="en-US" sz="2400" dirty="0" smtClean="0">
                          <a:latin typeface="Times New Roman" charset="0"/>
                          <a:ea typeface="Times New Roman" charset="0"/>
                          <a:cs typeface="Times New Roman" charset="0"/>
                        </a:rPr>
                        <a:t>Task to predict</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Abbrev.</a:t>
                      </a:r>
                      <a:endParaRPr lang="en-US" sz="2400" dirty="0">
                        <a:latin typeface="Times New Roman" charset="0"/>
                        <a:ea typeface="Times New Roman" charset="0"/>
                        <a:cs typeface="Times New Roman" charset="0"/>
                      </a:endParaRPr>
                    </a:p>
                  </a:txBody>
                  <a:tcPr/>
                </a:tc>
              </a:tr>
              <a:tr h="628395">
                <a:tc>
                  <a:txBody>
                    <a:bodyPr/>
                    <a:lstStyle/>
                    <a:p>
                      <a:r>
                        <a:rPr lang="en-US" sz="2400" dirty="0" smtClean="0">
                          <a:latin typeface="Times New Roman" charset="0"/>
                          <a:ea typeface="Times New Roman" charset="0"/>
                          <a:cs typeface="Times New Roman" charset="0"/>
                        </a:rPr>
                        <a:t>Will the patient get readmitted within 30 days? Yes/No</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30</a:t>
                      </a:r>
                      <a:endParaRPr lang="en-US" sz="2400" dirty="0">
                        <a:latin typeface="Times New Roman" charset="0"/>
                        <a:ea typeface="Times New Roman" charset="0"/>
                        <a:cs typeface="Times New Roman" charset="0"/>
                      </a:endParaRPr>
                    </a:p>
                  </a:txBody>
                  <a:tcPr/>
                </a:tc>
              </a:tr>
              <a:tr h="685800">
                <a:tc>
                  <a:txBody>
                    <a:bodyPr/>
                    <a:lstStyle/>
                    <a:p>
                      <a:r>
                        <a:rPr lang="en-US" sz="2400" dirty="0" smtClean="0">
                          <a:latin typeface="Times New Roman" charset="0"/>
                          <a:ea typeface="Times New Roman" charset="0"/>
                          <a:cs typeface="Times New Roman" charset="0"/>
                        </a:rPr>
                        <a:t>How long will the patient stay in the hospital if readmitted? (Days)</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LOS</a:t>
                      </a:r>
                      <a:endParaRPr lang="en-US" sz="2400" dirty="0">
                        <a:latin typeface="Times New Roman" charset="0"/>
                        <a:ea typeface="Times New Roman" charset="0"/>
                        <a:cs typeface="Times New Roman" charset="0"/>
                      </a:endParaRPr>
                    </a:p>
                  </a:txBody>
                  <a:tcPr/>
                </a:tc>
              </a:tr>
              <a:tr h="685800">
                <a:tc>
                  <a:txBody>
                    <a:bodyPr/>
                    <a:lstStyle/>
                    <a:p>
                      <a:r>
                        <a:rPr lang="en-US" sz="2400" dirty="0" smtClean="0">
                          <a:latin typeface="Times New Roman" charset="0"/>
                          <a:ea typeface="Times New Roman" charset="0"/>
                          <a:cs typeface="Times New Roman" charset="0"/>
                        </a:rPr>
                        <a:t>What will be the cost of this readmission? ($$)</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COST</a:t>
                      </a:r>
                      <a:endParaRPr lang="en-US" sz="2400" dirty="0">
                        <a:latin typeface="Times New Roman" charset="0"/>
                        <a:ea typeface="Times New Roman" charset="0"/>
                        <a:cs typeface="Times New Roman" charset="0"/>
                      </a:endParaRPr>
                    </a:p>
                  </a:txBody>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098679475"/>
              </p:ext>
            </p:extLst>
          </p:nvPr>
        </p:nvGraphicFramePr>
        <p:xfrm>
          <a:off x="4381500" y="18706629"/>
          <a:ext cx="7200900" cy="2089761"/>
        </p:xfrm>
        <a:graphic>
          <a:graphicData uri="http://schemas.openxmlformats.org/drawingml/2006/table">
            <a:tbl>
              <a:tblPr firstRow="1" bandRow="1">
                <a:tableStyleId>{5C22544A-7EE6-4342-B048-85BDC9FD1C3A}</a:tableStyleId>
              </a:tblPr>
              <a:tblGrid>
                <a:gridCol w="5295900"/>
                <a:gridCol w="1905000"/>
              </a:tblGrid>
              <a:tr h="718161">
                <a:tc>
                  <a:txBody>
                    <a:bodyPr/>
                    <a:lstStyle/>
                    <a:p>
                      <a:r>
                        <a:rPr lang="en-US" sz="2400" dirty="0" smtClean="0">
                          <a:latin typeface="Times New Roman" charset="0"/>
                          <a:ea typeface="Times New Roman" charset="0"/>
                          <a:cs typeface="Times New Roman" charset="0"/>
                        </a:rPr>
                        <a:t>Cohort Description</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Abbrev.</a:t>
                      </a:r>
                      <a:endParaRPr lang="en-US" sz="2400" dirty="0">
                        <a:latin typeface="Times New Roman" charset="0"/>
                        <a:ea typeface="Times New Roman" charset="0"/>
                        <a:cs typeface="Times New Roman" charset="0"/>
                      </a:endParaRPr>
                    </a:p>
                  </a:txBody>
                  <a:tcPr/>
                </a:tc>
              </a:tr>
              <a:tr h="685800">
                <a:tc>
                  <a:txBody>
                    <a:bodyPr/>
                    <a:lstStyle/>
                    <a:p>
                      <a:r>
                        <a:rPr lang="en-US" sz="2400" dirty="0" smtClean="0">
                          <a:latin typeface="Times New Roman" charset="0"/>
                          <a:ea typeface="Times New Roman" charset="0"/>
                          <a:cs typeface="Times New Roman" charset="0"/>
                        </a:rPr>
                        <a:t>Patient population considered</a:t>
                      </a:r>
                      <a:r>
                        <a:rPr lang="en-US" sz="2400" baseline="0" dirty="0" smtClean="0">
                          <a:latin typeface="Times New Roman" charset="0"/>
                          <a:ea typeface="Times New Roman" charset="0"/>
                          <a:cs typeface="Times New Roman" charset="0"/>
                        </a:rPr>
                        <a:t> as a whole</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ALL</a:t>
                      </a:r>
                      <a:endParaRPr lang="en-US" sz="2400" dirty="0">
                        <a:latin typeface="Times New Roman" charset="0"/>
                        <a:ea typeface="Times New Roman" charset="0"/>
                        <a:cs typeface="Times New Roman" charset="0"/>
                      </a:endParaRPr>
                    </a:p>
                  </a:txBody>
                  <a:tcPr/>
                </a:tc>
              </a:tr>
              <a:tr h="685800">
                <a:tc>
                  <a:txBody>
                    <a:bodyPr/>
                    <a:lstStyle/>
                    <a:p>
                      <a:r>
                        <a:rPr lang="en-US" sz="2400" dirty="0" smtClean="0">
                          <a:latin typeface="Times New Roman" charset="0"/>
                          <a:ea typeface="Times New Roman" charset="0"/>
                          <a:cs typeface="Times New Roman" charset="0"/>
                        </a:rPr>
                        <a:t>Congestive Heart Failure patients only</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CHF</a:t>
                      </a:r>
                      <a:endParaRPr lang="en-US" sz="2400" dirty="0">
                        <a:latin typeface="Times New Roman" charset="0"/>
                        <a:ea typeface="Times New Roman" charset="0"/>
                        <a:cs typeface="Times New Roman" charset="0"/>
                      </a:endParaRPr>
                    </a:p>
                  </a:txBody>
                  <a:tcPr/>
                </a:tc>
              </a:tr>
            </a:tbl>
          </a:graphicData>
        </a:graphic>
      </p:graphicFrame>
      <p:pic>
        <p:nvPicPr>
          <p:cNvPr id="11" name="Picture 10"/>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022800" y="20421600"/>
            <a:ext cx="11329133" cy="5434846"/>
          </a:xfrm>
          <a:prstGeom prst="rect">
            <a:avLst/>
          </a:prstGeom>
          <a:ln>
            <a:solidFill>
              <a:schemeClr val="tx1"/>
            </a:solidFill>
          </a:ln>
        </p:spPr>
      </p:pic>
      <p:graphicFrame>
        <p:nvGraphicFramePr>
          <p:cNvPr id="14" name="Table 13"/>
          <p:cNvGraphicFramePr>
            <a:graphicFrameLocks noGrp="1"/>
          </p:cNvGraphicFramePr>
          <p:nvPr>
            <p:extLst>
              <p:ext uri="{D42A27DB-BD31-4B8C-83A1-F6EECF244321}">
                <p14:modId xmlns:p14="http://schemas.microsoft.com/office/powerpoint/2010/main" val="1449425054"/>
              </p:ext>
            </p:extLst>
          </p:nvPr>
        </p:nvGraphicFramePr>
        <p:xfrm>
          <a:off x="20960218" y="13350240"/>
          <a:ext cx="7010400" cy="2651760"/>
        </p:xfrm>
        <a:graphic>
          <a:graphicData uri="http://schemas.openxmlformats.org/drawingml/2006/table">
            <a:tbl>
              <a:tblPr firstRow="1" bandRow="1">
                <a:tableStyleId>{5C22544A-7EE6-4342-B048-85BDC9FD1C3A}</a:tableStyleId>
              </a:tblPr>
              <a:tblGrid>
                <a:gridCol w="1600200"/>
                <a:gridCol w="2971800"/>
                <a:gridCol w="2438400"/>
              </a:tblGrid>
              <a:tr h="370840">
                <a:tc>
                  <a:txBody>
                    <a:bodyPr/>
                    <a:lstStyle/>
                    <a:p>
                      <a:r>
                        <a:rPr lang="en-US" sz="2400" dirty="0" smtClean="0">
                          <a:latin typeface="Times New Roman" charset="0"/>
                          <a:ea typeface="Times New Roman" charset="0"/>
                          <a:cs typeface="Times New Roman" charset="0"/>
                        </a:rPr>
                        <a:t>Cost </a:t>
                      </a:r>
                    </a:p>
                    <a:p>
                      <a:r>
                        <a:rPr lang="en-US" sz="2400" dirty="0" smtClean="0">
                          <a:latin typeface="Times New Roman" charset="0"/>
                          <a:ea typeface="Times New Roman" charset="0"/>
                          <a:cs typeface="Times New Roman" charset="0"/>
                        </a:rPr>
                        <a:t>Symbols</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Cost Values</a:t>
                      </a:r>
                    </a:p>
                    <a:p>
                      <a:r>
                        <a:rPr lang="en-US" sz="2400" dirty="0" smtClean="0">
                          <a:latin typeface="Times New Roman" charset="0"/>
                          <a:ea typeface="Times New Roman" charset="0"/>
                          <a:cs typeface="Times New Roman" charset="0"/>
                        </a:rPr>
                        <a:t>(ALL)($$)</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Cost Values</a:t>
                      </a:r>
                    </a:p>
                    <a:p>
                      <a:r>
                        <a:rPr lang="en-US" sz="2400" dirty="0" smtClean="0">
                          <a:latin typeface="Times New Roman" charset="0"/>
                          <a:ea typeface="Times New Roman" charset="0"/>
                          <a:cs typeface="Times New Roman" charset="0"/>
                        </a:rPr>
                        <a:t>(CHF)($$)</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1</a:t>
                      </a:r>
                      <a:endParaRPr lang="en-US" sz="2400" dirty="0">
                        <a:latin typeface="Times New Roman" charset="0"/>
                        <a:ea typeface="Times New Roman" charset="0"/>
                        <a:cs typeface="Times New Roman" charset="0"/>
                      </a:endParaRPr>
                    </a:p>
                  </a:txBody>
                  <a:tcPr/>
                </a:tc>
                <a:tc>
                  <a:txBody>
                    <a:bodyPr/>
                    <a:lstStyle/>
                    <a:p>
                      <a:r>
                        <a:rPr lang="en-US" sz="2400" b="0" i="0" kern="1200" dirty="0" smtClean="0">
                          <a:solidFill>
                            <a:schemeClr val="dk1"/>
                          </a:solidFill>
                          <a:effectLst/>
                          <a:latin typeface="Times New Roman" charset="0"/>
                          <a:ea typeface="Times New Roman" charset="0"/>
                          <a:cs typeface="Times New Roman" charset="0"/>
                        </a:rPr>
                        <a:t>0-19,080</a:t>
                      </a:r>
                      <a:endParaRPr lang="en-US" sz="2400" dirty="0">
                        <a:latin typeface="Times New Roman" charset="0"/>
                        <a:ea typeface="Times New Roman" charset="0"/>
                        <a:cs typeface="Times New Roman" charset="0"/>
                      </a:endParaRPr>
                    </a:p>
                  </a:txBody>
                  <a:tcPr/>
                </a:tc>
                <a:tc>
                  <a:txBody>
                    <a:bodyPr/>
                    <a:lstStyle/>
                    <a:p>
                      <a:r>
                        <a:rPr lang="en-US" sz="2400" b="0" i="0" kern="1200" dirty="0" smtClean="0">
                          <a:solidFill>
                            <a:schemeClr val="dk1"/>
                          </a:solidFill>
                          <a:effectLst/>
                          <a:latin typeface="Times New Roman" charset="0"/>
                          <a:ea typeface="Times New Roman" charset="0"/>
                          <a:cs typeface="Times New Roman" charset="0"/>
                        </a:rPr>
                        <a:t>0-27,660</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2</a:t>
                      </a:r>
                      <a:endParaRPr lang="en-US" sz="2400" dirty="0">
                        <a:latin typeface="Times New Roman" charset="0"/>
                        <a:ea typeface="Times New Roman" charset="0"/>
                        <a:cs typeface="Times New Roman" charset="0"/>
                      </a:endParaRPr>
                    </a:p>
                  </a:txBody>
                  <a:tcPr/>
                </a:tc>
                <a:tc>
                  <a:txBody>
                    <a:bodyPr/>
                    <a:lstStyle/>
                    <a:p>
                      <a:r>
                        <a:rPr lang="en-US" sz="2400" b="0" i="0" kern="1200" dirty="0" smtClean="0">
                          <a:solidFill>
                            <a:schemeClr val="dk1"/>
                          </a:solidFill>
                          <a:effectLst/>
                          <a:latin typeface="Times New Roman" charset="0"/>
                          <a:ea typeface="Times New Roman" charset="0"/>
                          <a:cs typeface="Times New Roman" charset="0"/>
                        </a:rPr>
                        <a:t>19,080-35,690</a:t>
                      </a:r>
                      <a:endParaRPr lang="en-US" sz="2400" dirty="0">
                        <a:latin typeface="Times New Roman" charset="0"/>
                        <a:ea typeface="Times New Roman" charset="0"/>
                        <a:cs typeface="Times New Roman" charset="0"/>
                      </a:endParaRPr>
                    </a:p>
                  </a:txBody>
                  <a:tcPr/>
                </a:tc>
                <a:tc>
                  <a:txBody>
                    <a:bodyPr/>
                    <a:lstStyle/>
                    <a:p>
                      <a:r>
                        <a:rPr lang="en-US" sz="2400" b="0" i="0" kern="1200" dirty="0" smtClean="0">
                          <a:solidFill>
                            <a:schemeClr val="dk1"/>
                          </a:solidFill>
                          <a:effectLst/>
                          <a:latin typeface="Times New Roman" charset="0"/>
                          <a:ea typeface="Times New Roman" charset="0"/>
                          <a:cs typeface="Times New Roman" charset="0"/>
                        </a:rPr>
                        <a:t>27,660-49,810</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3</a:t>
                      </a:r>
                      <a:endParaRPr lang="en-US" sz="2400" dirty="0">
                        <a:latin typeface="Times New Roman" charset="0"/>
                        <a:ea typeface="Times New Roman" charset="0"/>
                        <a:cs typeface="Times New Roman" charset="0"/>
                      </a:endParaRPr>
                    </a:p>
                  </a:txBody>
                  <a:tcPr/>
                </a:tc>
                <a:tc>
                  <a:txBody>
                    <a:bodyPr/>
                    <a:lstStyle/>
                    <a:p>
                      <a:r>
                        <a:rPr lang="en-US" sz="2400" b="0" i="0" kern="1200" dirty="0" smtClean="0">
                          <a:solidFill>
                            <a:schemeClr val="dk1"/>
                          </a:solidFill>
                          <a:effectLst/>
                          <a:latin typeface="Times New Roman" charset="0"/>
                          <a:ea typeface="Times New Roman" charset="0"/>
                          <a:cs typeface="Times New Roman" charset="0"/>
                        </a:rPr>
                        <a:t>35,690-70,450</a:t>
                      </a:r>
                      <a:endParaRPr lang="en-US" sz="2400" dirty="0">
                        <a:latin typeface="Times New Roman" charset="0"/>
                        <a:ea typeface="Times New Roman" charset="0"/>
                        <a:cs typeface="Times New Roman" charset="0"/>
                      </a:endParaRPr>
                    </a:p>
                  </a:txBody>
                  <a:tcPr/>
                </a:tc>
                <a:tc>
                  <a:txBody>
                    <a:bodyPr/>
                    <a:lstStyle/>
                    <a:p>
                      <a:r>
                        <a:rPr lang="en-US" sz="2400" b="0" i="0" kern="1200" dirty="0" smtClean="0">
                          <a:solidFill>
                            <a:schemeClr val="dk1"/>
                          </a:solidFill>
                          <a:effectLst/>
                          <a:latin typeface="Times New Roman" charset="0"/>
                          <a:ea typeface="Times New Roman" charset="0"/>
                          <a:cs typeface="Times New Roman" charset="0"/>
                        </a:rPr>
                        <a:t>49,810-98,500</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4</a:t>
                      </a:r>
                      <a:endParaRPr lang="en-US" sz="2400" dirty="0">
                        <a:latin typeface="Times New Roman" charset="0"/>
                        <a:ea typeface="Times New Roman" charset="0"/>
                        <a:cs typeface="Times New Roman" charset="0"/>
                      </a:endParaRPr>
                    </a:p>
                  </a:txBody>
                  <a:tcPr/>
                </a:tc>
                <a:tc>
                  <a:txBody>
                    <a:bodyPr/>
                    <a:lstStyle/>
                    <a:p>
                      <a:r>
                        <a:rPr lang="en-US" sz="2400" b="0" i="0" kern="1200" dirty="0" smtClean="0">
                          <a:solidFill>
                            <a:schemeClr val="dk1"/>
                          </a:solidFill>
                          <a:effectLst/>
                          <a:latin typeface="Times New Roman" charset="0"/>
                          <a:ea typeface="Times New Roman" charset="0"/>
                          <a:cs typeface="Times New Roman" charset="0"/>
                        </a:rPr>
                        <a:t>70,450+</a:t>
                      </a:r>
                      <a:endParaRPr lang="en-US" sz="2400" dirty="0">
                        <a:latin typeface="Times New Roman" charset="0"/>
                        <a:ea typeface="Times New Roman" charset="0"/>
                        <a:cs typeface="Times New Roman" charset="0"/>
                      </a:endParaRPr>
                    </a:p>
                  </a:txBody>
                  <a:tcPr/>
                </a:tc>
                <a:tc>
                  <a:txBody>
                    <a:bodyPr/>
                    <a:lstStyle/>
                    <a:p>
                      <a:r>
                        <a:rPr lang="en-US" sz="2400" b="0" i="0" kern="1200" dirty="0" smtClean="0">
                          <a:solidFill>
                            <a:schemeClr val="dk1"/>
                          </a:solidFill>
                          <a:effectLst/>
                          <a:latin typeface="Times New Roman" charset="0"/>
                          <a:ea typeface="Times New Roman" charset="0"/>
                          <a:cs typeface="Times New Roman" charset="0"/>
                        </a:rPr>
                        <a:t>98,500+</a:t>
                      </a:r>
                      <a:endParaRPr lang="en-US" sz="2400" dirty="0">
                        <a:latin typeface="Times New Roman" charset="0"/>
                        <a:ea typeface="Times New Roman" charset="0"/>
                        <a:cs typeface="Times New Roman" charset="0"/>
                      </a:endParaRPr>
                    </a:p>
                  </a:txBody>
                  <a:tcPr/>
                </a:tc>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4040715630"/>
              </p:ext>
            </p:extLst>
          </p:nvPr>
        </p:nvGraphicFramePr>
        <p:xfrm>
          <a:off x="17728691" y="17602200"/>
          <a:ext cx="8865109" cy="2286000"/>
        </p:xfrm>
        <a:graphic>
          <a:graphicData uri="http://schemas.openxmlformats.org/drawingml/2006/table">
            <a:tbl>
              <a:tblPr firstRow="1" bandRow="1">
                <a:tableStyleId>{5C22544A-7EE6-4342-B048-85BDC9FD1C3A}</a:tableStyleId>
              </a:tblPr>
              <a:tblGrid>
                <a:gridCol w="1571562"/>
                <a:gridCol w="1249680"/>
                <a:gridCol w="3053080"/>
                <a:gridCol w="2990787"/>
              </a:tblGrid>
              <a:tr h="370840">
                <a:tc>
                  <a:txBody>
                    <a:bodyPr/>
                    <a:lstStyle/>
                    <a:p>
                      <a:r>
                        <a:rPr lang="en-US" sz="2400" dirty="0" smtClean="0">
                          <a:latin typeface="Times New Roman" charset="0"/>
                          <a:ea typeface="Times New Roman" charset="0"/>
                          <a:cs typeface="Times New Roman" charset="0"/>
                        </a:rPr>
                        <a:t>Problem</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a:t>
                      </a:r>
                      <a:r>
                        <a:rPr lang="en-US" sz="2400" dirty="0" err="1" smtClean="0">
                          <a:latin typeface="Times New Roman" charset="0"/>
                          <a:ea typeface="Times New Roman" charset="0"/>
                          <a:cs typeface="Times New Roman" charset="0"/>
                        </a:rPr>
                        <a:t>Seq</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Min-Max </a:t>
                      </a:r>
                      <a:r>
                        <a:rPr lang="en-US" sz="2400" dirty="0" err="1" smtClean="0">
                          <a:latin typeface="Times New Roman" charset="0"/>
                          <a:ea typeface="Times New Roman" charset="0"/>
                          <a:cs typeface="Times New Roman" charset="0"/>
                        </a:rPr>
                        <a:t>Seq</a:t>
                      </a:r>
                      <a:r>
                        <a:rPr lang="en-US" sz="2400" dirty="0" smtClean="0">
                          <a:latin typeface="Times New Roman" charset="0"/>
                          <a:ea typeface="Times New Roman" charset="0"/>
                          <a:cs typeface="Times New Roman" charset="0"/>
                        </a:rPr>
                        <a:t> Length</a:t>
                      </a:r>
                      <a:endParaRPr lang="en-US" sz="2400" dirty="0">
                        <a:latin typeface="Times New Roman" charset="0"/>
                        <a:ea typeface="Times New Roman" charset="0"/>
                        <a:cs typeface="Times New Roman" charset="0"/>
                      </a:endParaRPr>
                    </a:p>
                  </a:txBody>
                  <a:tcPr/>
                </a:tc>
                <a:tc>
                  <a:txBody>
                    <a:bodyPr/>
                    <a:lstStyle/>
                    <a:p>
                      <a:r>
                        <a:rPr lang="en-US" sz="2400" dirty="0" err="1" smtClean="0">
                          <a:latin typeface="Times New Roman" charset="0"/>
                          <a:ea typeface="Times New Roman" charset="0"/>
                          <a:cs typeface="Times New Roman" charset="0"/>
                        </a:rPr>
                        <a:t>Avg</a:t>
                      </a:r>
                      <a:r>
                        <a:rPr lang="en-US" sz="2400" baseline="0" dirty="0" smtClean="0">
                          <a:latin typeface="Times New Roman" charset="0"/>
                          <a:ea typeface="Times New Roman" charset="0"/>
                          <a:cs typeface="Times New Roman" charset="0"/>
                        </a:rPr>
                        <a:t> </a:t>
                      </a:r>
                      <a:r>
                        <a:rPr lang="en-US" sz="2400" baseline="0" dirty="0" err="1" smtClean="0">
                          <a:latin typeface="Times New Roman" charset="0"/>
                          <a:ea typeface="Times New Roman" charset="0"/>
                          <a:cs typeface="Times New Roman" charset="0"/>
                        </a:rPr>
                        <a:t>Seq</a:t>
                      </a:r>
                      <a:r>
                        <a:rPr lang="en-US" sz="2400" baseline="0" dirty="0" smtClean="0">
                          <a:latin typeface="Times New Roman" charset="0"/>
                          <a:ea typeface="Times New Roman" charset="0"/>
                          <a:cs typeface="Times New Roman" charset="0"/>
                        </a:rPr>
                        <a:t> Length (SD)</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ALL</a:t>
                      </a:r>
                      <a:r>
                        <a:rPr lang="en-US" sz="2400" baseline="0" dirty="0" smtClean="0">
                          <a:latin typeface="Times New Roman" charset="0"/>
                          <a:ea typeface="Times New Roman" charset="0"/>
                          <a:cs typeface="Times New Roman" charset="0"/>
                        </a:rPr>
                        <a:t> Train</a:t>
                      </a:r>
                      <a:endParaRPr lang="en-US" sz="2400" dirty="0">
                        <a:latin typeface="Times New Roman" charset="0"/>
                        <a:ea typeface="Times New Roman" charset="0"/>
                        <a:cs typeface="Times New Roman" charset="0"/>
                      </a:endParaRPr>
                    </a:p>
                  </a:txBody>
                  <a:tcPr/>
                </a:tc>
                <a:tc>
                  <a:txBody>
                    <a:bodyPr/>
                    <a:lstStyle/>
                    <a:p>
                      <a:pPr algn="r"/>
                      <a:r>
                        <a:rPr lang="en-US" sz="2400" kern="1200" dirty="0" smtClean="0">
                          <a:solidFill>
                            <a:schemeClr val="dk1"/>
                          </a:solidFill>
                          <a:latin typeface="Times New Roman" charset="0"/>
                          <a:ea typeface="Times New Roman" charset="0"/>
                          <a:cs typeface="Times New Roman" charset="0"/>
                        </a:rPr>
                        <a:t>390,900</a:t>
                      </a:r>
                      <a:endParaRPr lang="en-US" sz="2400" dirty="0">
                        <a:latin typeface="Times New Roman" charset="0"/>
                        <a:ea typeface="Times New Roman" charset="0"/>
                        <a:cs typeface="Times New Roman" charset="0"/>
                      </a:endParaRPr>
                    </a:p>
                  </a:txBody>
                  <a:tcPr/>
                </a:tc>
                <a:tc>
                  <a:txBody>
                    <a:bodyPr/>
                    <a:lstStyle/>
                    <a:p>
                      <a:pPr algn="ctr"/>
                      <a:r>
                        <a:rPr lang="en-US" sz="2400" dirty="0" smtClean="0">
                          <a:latin typeface="Times New Roman" charset="0"/>
                          <a:ea typeface="Times New Roman" charset="0"/>
                          <a:cs typeface="Times New Roman" charset="0"/>
                        </a:rPr>
                        <a:t>4-255</a:t>
                      </a:r>
                      <a:endParaRPr lang="en-US" sz="2400" dirty="0">
                        <a:latin typeface="Times New Roman" charset="0"/>
                        <a:ea typeface="Times New Roman" charset="0"/>
                        <a:cs typeface="Times New Roman" charset="0"/>
                      </a:endParaRPr>
                    </a:p>
                  </a:txBody>
                  <a:tcPr/>
                </a:tc>
                <a:tc>
                  <a:txBody>
                    <a:bodyPr/>
                    <a:lstStyle/>
                    <a:p>
                      <a:pPr algn="ctr"/>
                      <a:r>
                        <a:rPr lang="en-US" sz="2400" dirty="0" smtClean="0">
                          <a:latin typeface="Times New Roman" charset="0"/>
                          <a:ea typeface="Times New Roman" charset="0"/>
                          <a:cs typeface="Times New Roman" charset="0"/>
                        </a:rPr>
                        <a:t>7.0 (5.3)</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ALL </a:t>
                      </a:r>
                      <a:r>
                        <a:rPr lang="en-US" sz="2400" baseline="0" dirty="0" smtClean="0">
                          <a:latin typeface="Times New Roman" charset="0"/>
                          <a:ea typeface="Times New Roman" charset="0"/>
                          <a:cs typeface="Times New Roman" charset="0"/>
                        </a:rPr>
                        <a:t>Test</a:t>
                      </a:r>
                      <a:endParaRPr lang="en-US" sz="2400" dirty="0">
                        <a:latin typeface="Times New Roman" charset="0"/>
                        <a:ea typeface="Times New Roman" charset="0"/>
                        <a:cs typeface="Times New Roman" charset="0"/>
                      </a:endParaRPr>
                    </a:p>
                  </a:txBody>
                  <a:tcPr/>
                </a:tc>
                <a:tc>
                  <a:txBody>
                    <a:bodyPr/>
                    <a:lstStyle/>
                    <a:p>
                      <a:pPr algn="r"/>
                      <a:r>
                        <a:rPr lang="en-US" sz="2400" dirty="0" smtClean="0">
                          <a:latin typeface="Times New Roman" charset="0"/>
                          <a:ea typeface="Times New Roman" charset="0"/>
                          <a:cs typeface="Times New Roman" charset="0"/>
                        </a:rPr>
                        <a:t>43,475</a:t>
                      </a:r>
                      <a:endParaRPr lang="en-US" sz="2400" dirty="0">
                        <a:latin typeface="Times New Roman" charset="0"/>
                        <a:ea typeface="Times New Roman" charset="0"/>
                        <a:cs typeface="Times New Roman" charset="0"/>
                      </a:endParaRPr>
                    </a:p>
                  </a:txBody>
                  <a:tcPr/>
                </a:tc>
                <a:tc>
                  <a:txBody>
                    <a:bodyPr/>
                    <a:lstStyle/>
                    <a:p>
                      <a:pPr algn="ctr"/>
                      <a:r>
                        <a:rPr lang="en-US" sz="2400" dirty="0" smtClean="0">
                          <a:latin typeface="Times New Roman" charset="0"/>
                          <a:ea typeface="Times New Roman" charset="0"/>
                          <a:cs typeface="Times New Roman" charset="0"/>
                        </a:rPr>
                        <a:t>4-155</a:t>
                      </a:r>
                      <a:endParaRPr lang="en-US" sz="2400" dirty="0">
                        <a:latin typeface="Times New Roman" charset="0"/>
                        <a:ea typeface="Times New Roman" charset="0"/>
                        <a:cs typeface="Times New Roman" charset="0"/>
                      </a:endParaRPr>
                    </a:p>
                  </a:txBody>
                  <a:tcPr/>
                </a:tc>
                <a:tc>
                  <a:txBody>
                    <a:bodyPr/>
                    <a:lstStyle/>
                    <a:p>
                      <a:pPr algn="ctr"/>
                      <a:r>
                        <a:rPr lang="en-US" sz="2400" dirty="0" smtClean="0">
                          <a:latin typeface="Times New Roman" charset="0"/>
                          <a:ea typeface="Times New Roman" charset="0"/>
                          <a:cs typeface="Times New Roman" charset="0"/>
                        </a:rPr>
                        <a:t>7.0</a:t>
                      </a:r>
                      <a:r>
                        <a:rPr lang="en-US" sz="2400" baseline="0" dirty="0" smtClean="0">
                          <a:latin typeface="Times New Roman" charset="0"/>
                          <a:ea typeface="Times New Roman" charset="0"/>
                          <a:cs typeface="Times New Roman" charset="0"/>
                        </a:rPr>
                        <a:t> </a:t>
                      </a:r>
                      <a:r>
                        <a:rPr lang="en-US" sz="2400" dirty="0" smtClean="0">
                          <a:latin typeface="Times New Roman" charset="0"/>
                          <a:ea typeface="Times New Roman" charset="0"/>
                          <a:cs typeface="Times New Roman" charset="0"/>
                        </a:rPr>
                        <a:t>(5.1)</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CHF Train</a:t>
                      </a:r>
                      <a:endParaRPr lang="en-US" sz="2400" dirty="0">
                        <a:latin typeface="Times New Roman" charset="0"/>
                        <a:ea typeface="Times New Roman" charset="0"/>
                        <a:cs typeface="Times New Roman" charset="0"/>
                      </a:endParaRPr>
                    </a:p>
                  </a:txBody>
                  <a:tcPr/>
                </a:tc>
                <a:tc>
                  <a:txBody>
                    <a:bodyPr/>
                    <a:lstStyle/>
                    <a:p>
                      <a:pPr algn="r"/>
                      <a:r>
                        <a:rPr lang="en-US" sz="2400" dirty="0" smtClean="0">
                          <a:latin typeface="Times New Roman" charset="0"/>
                          <a:ea typeface="Times New Roman" charset="0"/>
                          <a:cs typeface="Times New Roman" charset="0"/>
                        </a:rPr>
                        <a:t>168,576</a:t>
                      </a:r>
                      <a:endParaRPr lang="en-US" sz="2400" dirty="0">
                        <a:latin typeface="Times New Roman" charset="0"/>
                        <a:ea typeface="Times New Roman" charset="0"/>
                        <a:cs typeface="Times New Roman" charset="0"/>
                      </a:endParaRPr>
                    </a:p>
                  </a:txBody>
                  <a:tcPr/>
                </a:tc>
                <a:tc>
                  <a:txBody>
                    <a:bodyPr/>
                    <a:lstStyle/>
                    <a:p>
                      <a:pPr algn="ctr"/>
                      <a:r>
                        <a:rPr lang="en-US" sz="2400" dirty="0" smtClean="0">
                          <a:latin typeface="Times New Roman" charset="0"/>
                          <a:ea typeface="Times New Roman" charset="0"/>
                          <a:cs typeface="Times New Roman" charset="0"/>
                        </a:rPr>
                        <a:t>4-255</a:t>
                      </a:r>
                      <a:endParaRPr lang="en-US" sz="2400" dirty="0">
                        <a:latin typeface="Times New Roman" charset="0"/>
                        <a:ea typeface="Times New Roman" charset="0"/>
                        <a:cs typeface="Times New Roman" charset="0"/>
                      </a:endParaRPr>
                    </a:p>
                  </a:txBody>
                  <a:tcPr/>
                </a:tc>
                <a:tc>
                  <a:txBody>
                    <a:bodyPr/>
                    <a:lstStyle/>
                    <a:p>
                      <a:pPr algn="ctr"/>
                      <a:r>
                        <a:rPr lang="en-US" sz="2400" dirty="0" smtClean="0">
                          <a:latin typeface="Times New Roman" charset="0"/>
                          <a:ea typeface="Times New Roman" charset="0"/>
                          <a:cs typeface="Times New Roman" charset="0"/>
                        </a:rPr>
                        <a:t>7.5</a:t>
                      </a:r>
                      <a:r>
                        <a:rPr lang="en-US" sz="2400" baseline="0" dirty="0" smtClean="0">
                          <a:latin typeface="Times New Roman" charset="0"/>
                          <a:ea typeface="Times New Roman" charset="0"/>
                          <a:cs typeface="Times New Roman" charset="0"/>
                        </a:rPr>
                        <a:t> </a:t>
                      </a:r>
                      <a:r>
                        <a:rPr lang="en-US" sz="2400" dirty="0" smtClean="0">
                          <a:latin typeface="Times New Roman" charset="0"/>
                          <a:ea typeface="Times New Roman" charset="0"/>
                          <a:cs typeface="Times New Roman" charset="0"/>
                        </a:rPr>
                        <a:t>(5.6)</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CHF Test</a:t>
                      </a:r>
                      <a:endParaRPr lang="en-US" sz="2400" dirty="0">
                        <a:latin typeface="Times New Roman" charset="0"/>
                        <a:ea typeface="Times New Roman" charset="0"/>
                        <a:cs typeface="Times New Roman" charset="0"/>
                      </a:endParaRPr>
                    </a:p>
                  </a:txBody>
                  <a:tcPr/>
                </a:tc>
                <a:tc>
                  <a:txBody>
                    <a:bodyPr/>
                    <a:lstStyle/>
                    <a:p>
                      <a:pPr algn="r"/>
                      <a:r>
                        <a:rPr lang="en-US" sz="2400" dirty="0" smtClean="0">
                          <a:latin typeface="Times New Roman" charset="0"/>
                          <a:ea typeface="Times New Roman" charset="0"/>
                          <a:cs typeface="Times New Roman" charset="0"/>
                        </a:rPr>
                        <a:t>18,534</a:t>
                      </a:r>
                      <a:endParaRPr lang="en-US" sz="2400" dirty="0">
                        <a:latin typeface="Times New Roman" charset="0"/>
                        <a:ea typeface="Times New Roman" charset="0"/>
                        <a:cs typeface="Times New Roman" charset="0"/>
                      </a:endParaRPr>
                    </a:p>
                  </a:txBody>
                  <a:tcPr/>
                </a:tc>
                <a:tc>
                  <a:txBody>
                    <a:bodyPr/>
                    <a:lstStyle/>
                    <a:p>
                      <a:pPr algn="ctr"/>
                      <a:r>
                        <a:rPr lang="en-US" sz="2400" dirty="0" smtClean="0">
                          <a:latin typeface="Times New Roman" charset="0"/>
                          <a:ea typeface="Times New Roman" charset="0"/>
                          <a:cs typeface="Times New Roman" charset="0"/>
                        </a:rPr>
                        <a:t>4-164</a:t>
                      </a:r>
                      <a:endParaRPr lang="en-US" sz="2400" dirty="0">
                        <a:latin typeface="Times New Roman" charset="0"/>
                        <a:ea typeface="Times New Roman" charset="0"/>
                        <a:cs typeface="Times New Roman" charset="0"/>
                      </a:endParaRPr>
                    </a:p>
                  </a:txBody>
                  <a:tcPr/>
                </a:tc>
                <a:tc>
                  <a:txBody>
                    <a:bodyPr/>
                    <a:lstStyle/>
                    <a:p>
                      <a:pPr algn="ctr"/>
                      <a:r>
                        <a:rPr lang="en-US" sz="2400" dirty="0" smtClean="0">
                          <a:latin typeface="Times New Roman" charset="0"/>
                          <a:ea typeface="Times New Roman" charset="0"/>
                          <a:cs typeface="Times New Roman" charset="0"/>
                        </a:rPr>
                        <a:t>7.5</a:t>
                      </a:r>
                      <a:r>
                        <a:rPr lang="en-US" sz="2400" baseline="0" dirty="0" smtClean="0">
                          <a:latin typeface="Times New Roman" charset="0"/>
                          <a:ea typeface="Times New Roman" charset="0"/>
                          <a:cs typeface="Times New Roman" charset="0"/>
                        </a:rPr>
                        <a:t> </a:t>
                      </a:r>
                      <a:r>
                        <a:rPr lang="en-US" sz="2400" dirty="0" smtClean="0">
                          <a:latin typeface="Times New Roman" charset="0"/>
                          <a:ea typeface="Times New Roman" charset="0"/>
                          <a:cs typeface="Times New Roman" charset="0"/>
                        </a:rPr>
                        <a:t>(5.5)</a:t>
                      </a:r>
                      <a:endParaRPr lang="en-US" sz="2400" dirty="0">
                        <a:latin typeface="Times New Roman" charset="0"/>
                        <a:ea typeface="Times New Roman" charset="0"/>
                        <a:cs typeface="Times New Roman" charset="0"/>
                      </a:endParaRPr>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25624676"/>
              </p:ext>
            </p:extLst>
          </p:nvPr>
        </p:nvGraphicFramePr>
        <p:xfrm>
          <a:off x="16547153" y="12893040"/>
          <a:ext cx="3429000" cy="3566160"/>
        </p:xfrm>
        <a:graphic>
          <a:graphicData uri="http://schemas.openxmlformats.org/drawingml/2006/table">
            <a:tbl>
              <a:tblPr firstRow="1" bandRow="1">
                <a:tableStyleId>{5C22544A-7EE6-4342-B048-85BDC9FD1C3A}</a:tableStyleId>
              </a:tblPr>
              <a:tblGrid>
                <a:gridCol w="1371600"/>
                <a:gridCol w="2057400"/>
              </a:tblGrid>
              <a:tr h="370840">
                <a:tc>
                  <a:txBody>
                    <a:bodyPr/>
                    <a:lstStyle/>
                    <a:p>
                      <a:r>
                        <a:rPr lang="en-US" sz="2400" dirty="0" smtClean="0">
                          <a:latin typeface="Times New Roman" charset="0"/>
                          <a:ea typeface="Times New Roman" charset="0"/>
                          <a:cs typeface="Times New Roman" charset="0"/>
                        </a:rPr>
                        <a:t>LOS</a:t>
                      </a:r>
                      <a:r>
                        <a:rPr lang="en-US" sz="2400" baseline="0" dirty="0" smtClean="0">
                          <a:latin typeface="Times New Roman" charset="0"/>
                          <a:ea typeface="Times New Roman" charset="0"/>
                          <a:cs typeface="Times New Roman" charset="0"/>
                        </a:rPr>
                        <a:t> </a:t>
                      </a:r>
                    </a:p>
                    <a:p>
                      <a:r>
                        <a:rPr lang="en-US" sz="2400" baseline="0" dirty="0" smtClean="0">
                          <a:latin typeface="Times New Roman" charset="0"/>
                          <a:ea typeface="Times New Roman" charset="0"/>
                          <a:cs typeface="Times New Roman" charset="0"/>
                        </a:rPr>
                        <a:t>Symbols</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LOS Values</a:t>
                      </a:r>
                    </a:p>
                    <a:p>
                      <a:r>
                        <a:rPr lang="en-US" sz="2400" dirty="0" smtClean="0">
                          <a:latin typeface="Times New Roman" charset="0"/>
                          <a:ea typeface="Times New Roman" charset="0"/>
                          <a:cs typeface="Times New Roman" charset="0"/>
                        </a:rPr>
                        <a:t>(Days)</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1</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1</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2</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2</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3</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3</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4</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4-6</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5</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7-13</a:t>
                      </a:r>
                      <a:endParaRPr lang="en-US" sz="2400" dirty="0">
                        <a:latin typeface="Times New Roman" charset="0"/>
                        <a:ea typeface="Times New Roman" charset="0"/>
                        <a:cs typeface="Times New Roman" charset="0"/>
                      </a:endParaRPr>
                    </a:p>
                  </a:txBody>
                  <a:tcPr/>
                </a:tc>
              </a:tr>
              <a:tr h="370840">
                <a:tc>
                  <a:txBody>
                    <a:bodyPr/>
                    <a:lstStyle/>
                    <a:p>
                      <a:r>
                        <a:rPr lang="en-US" sz="2400" dirty="0" smtClean="0">
                          <a:latin typeface="Times New Roman" charset="0"/>
                          <a:ea typeface="Times New Roman" charset="0"/>
                          <a:cs typeface="Times New Roman" charset="0"/>
                        </a:rPr>
                        <a:t>6</a:t>
                      </a:r>
                      <a:endParaRPr lang="en-US" sz="2400" dirty="0">
                        <a:latin typeface="Times New Roman" charset="0"/>
                        <a:ea typeface="Times New Roman" charset="0"/>
                        <a:cs typeface="Times New Roman" charset="0"/>
                      </a:endParaRPr>
                    </a:p>
                  </a:txBody>
                  <a:tcPr/>
                </a:tc>
                <a:tc>
                  <a:txBody>
                    <a:bodyPr/>
                    <a:lstStyle/>
                    <a:p>
                      <a:r>
                        <a:rPr lang="en-US" sz="2400" dirty="0" smtClean="0">
                          <a:latin typeface="Times New Roman" charset="0"/>
                          <a:ea typeface="Times New Roman" charset="0"/>
                          <a:cs typeface="Times New Roman" charset="0"/>
                        </a:rPr>
                        <a:t>14+</a:t>
                      </a:r>
                      <a:endParaRPr lang="en-US" sz="2400" dirty="0">
                        <a:latin typeface="Times New Roman" charset="0"/>
                        <a:ea typeface="Times New Roman" charset="0"/>
                        <a:cs typeface="Times New Roman" charset="0"/>
                      </a:endParaRPr>
                    </a:p>
                  </a:txBody>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11308</TotalTime>
  <Words>937</Words>
  <Application>Microsoft Macintosh PowerPoint</Application>
  <PresentationFormat>Custom</PresentationFormat>
  <Paragraphs>327</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Calibri</vt:lpstr>
      <vt:lpstr>Helvetica Neue Medium</vt:lpstr>
      <vt:lpstr>MS PGothic</vt:lpstr>
      <vt:lpstr>ＭＳ Ｐゴシック</vt:lpstr>
      <vt:lpstr>Times</vt:lpstr>
      <vt:lpstr>Times New Roman</vt:lpstr>
      <vt:lpstr>Wingdings</vt:lpstr>
      <vt:lpstr>Office Theme</vt:lpstr>
      <vt:lpstr>PowerPoint Presentation</vt:lpstr>
    </vt:vector>
  </TitlesOfParts>
  <Company>Harvard Medical School</Company>
  <LinksUpToDate>false</LinksUpToDate>
  <SharedDoc>false</SharedDoc>
  <HyperlinkBase/>
  <HyperlinksChanged>false</HyperlinksChanged>
  <AppVersion>15.0025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templates for scientific poster</dc:title>
  <dc:creator>Beth Beighlie</dc:creator>
  <cp:keywords>poster template, scientific poster, research poster</cp:keywords>
  <cp:lastModifiedBy>Surabhi Agrawal</cp:lastModifiedBy>
  <cp:revision>1136</cp:revision>
  <cp:lastPrinted>2016-09-12T17:52:07Z</cp:lastPrinted>
  <dcterms:created xsi:type="dcterms:W3CDTF">2000-07-07T15:10:51Z</dcterms:created>
  <dcterms:modified xsi:type="dcterms:W3CDTF">2016-09-13T05:38:04Z</dcterms:modified>
</cp:coreProperties>
</file>